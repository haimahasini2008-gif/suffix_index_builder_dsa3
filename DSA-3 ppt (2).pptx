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4168" r:id="rId4"/>
  </p:sldMasterIdLst>
  <p:notesMasterIdLst>
    <p:notesMasterId r:id="rId12"/>
  </p:notesMasterIdLst>
  <p:handoutMasterIdLst>
    <p:handoutMasterId r:id="rId13"/>
  </p:handoutMasterIdLst>
  <p:sldIdLst>
    <p:sldId id="329" r:id="rId5"/>
    <p:sldId id="330" r:id="rId6"/>
    <p:sldId id="339" r:id="rId7"/>
    <p:sldId id="340" r:id="rId8"/>
    <p:sldId id="341" r:id="rId9"/>
    <p:sldId id="342" r:id="rId10"/>
    <p:sldId id="343"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85316" autoAdjust="0"/>
  </p:normalViewPr>
  <p:slideViewPr>
    <p:cSldViewPr snapToGrid="0">
      <p:cViewPr varScale="1">
        <p:scale>
          <a:sx n="82" d="100"/>
          <a:sy n="82" d="100"/>
        </p:scale>
        <p:origin x="720" y="7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65" d="100"/>
          <a:sy n="65" d="100"/>
        </p:scale>
        <p:origin x="3082" y="3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B4CB405-BC11-414E-B0F4-9E1C4642FE1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C71A09E4-E76E-43B1-9270-846FE19D3E2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A0A57E1-CEB3-4C96-B7C6-36B0FA3064E4}" type="datetimeFigureOut">
              <a:rPr lang="en-US" smtClean="0"/>
              <a:t>8/20/2026</a:t>
            </a:fld>
            <a:endParaRPr lang="en-US" dirty="0"/>
          </a:p>
        </p:txBody>
      </p:sp>
      <p:sp>
        <p:nvSpPr>
          <p:cNvPr id="4" name="Footer Placeholder 3">
            <a:extLst>
              <a:ext uri="{FF2B5EF4-FFF2-40B4-BE49-F238E27FC236}">
                <a16:creationId xmlns:a16="http://schemas.microsoft.com/office/drawing/2014/main" id="{44791962-6490-4685-B760-76A1628AD51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D3697A7F-1461-4B81-83F2-8C494CFB80B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D0D51C3-EABD-4553-9DC0-81CFC2A7F30E}" type="slidenum">
              <a:rPr lang="en-US" smtClean="0"/>
              <a:t>‹#›</a:t>
            </a:fld>
            <a:endParaRPr lang="en-US" dirty="0"/>
          </a:p>
        </p:txBody>
      </p:sp>
    </p:spTree>
    <p:extLst>
      <p:ext uri="{BB962C8B-B14F-4D97-AF65-F5344CB8AC3E}">
        <p14:creationId xmlns:p14="http://schemas.microsoft.com/office/powerpoint/2010/main" val="398146132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F1BBD7-2276-4DDA-BFFE-26CAACEE5E98}" type="datetimeFigureOut">
              <a:rPr lang="en-US" smtClean="0"/>
              <a:t>8/20/2026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0279F17-7BA4-49BC-BB37-7F646CF8D2F0}" type="slidenum">
              <a:rPr lang="en-US" smtClean="0"/>
              <a:t>‹#›</a:t>
            </a:fld>
            <a:endParaRPr lang="en-US" dirty="0"/>
          </a:p>
        </p:txBody>
      </p:sp>
    </p:spTree>
    <p:extLst>
      <p:ext uri="{BB962C8B-B14F-4D97-AF65-F5344CB8AC3E}">
        <p14:creationId xmlns:p14="http://schemas.microsoft.com/office/powerpoint/2010/main" val="42657404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0279F17-7BA4-49BC-BB37-7F646CF8D2F0}" type="slidenum">
              <a:rPr lang="en-US" smtClean="0"/>
              <a:t>1</a:t>
            </a:fld>
            <a:endParaRPr lang="en-US" dirty="0"/>
          </a:p>
        </p:txBody>
      </p:sp>
    </p:spTree>
    <p:extLst>
      <p:ext uri="{BB962C8B-B14F-4D97-AF65-F5344CB8AC3E}">
        <p14:creationId xmlns:p14="http://schemas.microsoft.com/office/powerpoint/2010/main" val="291789160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p:bg>
      <p:bgPr>
        <a:solidFill>
          <a:schemeClr val="tx1"/>
        </a:solidFill>
        <a:effectLst/>
      </p:bgPr>
    </p:bg>
    <p:spTree>
      <p:nvGrpSpPr>
        <p:cNvPr id="1" name=""/>
        <p:cNvGrpSpPr/>
        <p:nvPr/>
      </p:nvGrpSpPr>
      <p:grpSpPr>
        <a:xfrm>
          <a:off x="0" y="0"/>
          <a:ext cx="0" cy="0"/>
          <a:chOff x="0" y="0"/>
          <a:chExt cx="0" cy="0"/>
        </a:xfrm>
      </p:grpSpPr>
      <p:pic>
        <p:nvPicPr>
          <p:cNvPr id="30" name="Picture 29">
            <a:extLst>
              <a:ext uri="{FF2B5EF4-FFF2-40B4-BE49-F238E27FC236}">
                <a16:creationId xmlns:a16="http://schemas.microsoft.com/office/drawing/2014/main" id="{DED748D9-6073-DA29-847A-6A6C39D6A69B}"/>
              </a:ext>
            </a:extLst>
          </p:cNvPr>
          <p:cNvPicPr>
            <a:picLocks noChangeAspect="1"/>
          </p:cNvPicPr>
          <p:nvPr userDrawn="1"/>
        </p:nvPicPr>
        <p:blipFill rotWithShape="1">
          <a:blip r:embed="rId2">
            <a:grayscl/>
            <a:alphaModFix amt="41000"/>
          </a:blip>
          <a:srcRect l="-223" t="45170" r="17078" b="17468"/>
          <a:stretch/>
        </p:blipFill>
        <p:spPr>
          <a:xfrm rot="10800000">
            <a:off x="-2" y="0"/>
            <a:ext cx="6300593" cy="2304790"/>
          </a:xfrm>
          <a:prstGeom prst="rect">
            <a:avLst/>
          </a:prstGeom>
        </p:spPr>
      </p:pic>
      <p:grpSp>
        <p:nvGrpSpPr>
          <p:cNvPr id="9" name="Group 8">
            <a:extLst>
              <a:ext uri="{FF2B5EF4-FFF2-40B4-BE49-F238E27FC236}">
                <a16:creationId xmlns:a16="http://schemas.microsoft.com/office/drawing/2014/main" id="{3522E8A7-C256-4D0D-38F5-744CC21A3F1B}"/>
              </a:ext>
            </a:extLst>
          </p:cNvPr>
          <p:cNvGrpSpPr/>
          <p:nvPr userDrawn="1"/>
        </p:nvGrpSpPr>
        <p:grpSpPr>
          <a:xfrm>
            <a:off x="11613628" y="319274"/>
            <a:ext cx="89941" cy="314793"/>
            <a:chOff x="5538866" y="1851285"/>
            <a:chExt cx="89941" cy="314793"/>
          </a:xfrm>
          <a:solidFill>
            <a:schemeClr val="bg1"/>
          </a:solidFill>
        </p:grpSpPr>
        <p:sp>
          <p:nvSpPr>
            <p:cNvPr id="10" name="Oval 9">
              <a:extLst>
                <a:ext uri="{FF2B5EF4-FFF2-40B4-BE49-F238E27FC236}">
                  <a16:creationId xmlns:a16="http://schemas.microsoft.com/office/drawing/2014/main" id="{7194A7E3-B379-7E79-0952-AF4C6A614000}"/>
                </a:ext>
              </a:extLst>
            </p:cNvPr>
            <p:cNvSpPr/>
            <p:nvPr userDrawn="1"/>
          </p:nvSpPr>
          <p:spPr>
            <a:xfrm>
              <a:off x="5538866" y="1851285"/>
              <a:ext cx="89941" cy="8994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716CD3AC-CC76-8555-8E6F-C480301CF8B9}"/>
                </a:ext>
              </a:extLst>
            </p:cNvPr>
            <p:cNvSpPr/>
            <p:nvPr userDrawn="1"/>
          </p:nvSpPr>
          <p:spPr>
            <a:xfrm>
              <a:off x="5538866" y="2076137"/>
              <a:ext cx="89941" cy="8994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8" name="Title 1">
            <a:extLst>
              <a:ext uri="{FF2B5EF4-FFF2-40B4-BE49-F238E27FC236}">
                <a16:creationId xmlns:a16="http://schemas.microsoft.com/office/drawing/2014/main" id="{C41695A2-5AD2-67EB-7D51-A56C0DCF1440}"/>
              </a:ext>
            </a:extLst>
          </p:cNvPr>
          <p:cNvSpPr>
            <a:spLocks noGrp="1"/>
          </p:cNvSpPr>
          <p:nvPr>
            <p:ph type="title" hasCustomPrompt="1"/>
          </p:nvPr>
        </p:nvSpPr>
        <p:spPr>
          <a:xfrm>
            <a:off x="1800772" y="1793289"/>
            <a:ext cx="3010925" cy="3373515"/>
          </a:xfrm>
        </p:spPr>
        <p:txBody>
          <a:bodyPr lIns="0" tIns="0" rIns="0" bIns="0" anchor="ctr"/>
          <a:lstStyle>
            <a:lvl1pPr algn="l">
              <a:lnSpc>
                <a:spcPct val="75000"/>
              </a:lnSpc>
              <a:defRPr sz="8000" b="0" i="0" cap="all" spc="-150" baseline="0">
                <a:solidFill>
                  <a:schemeClr val="bg1"/>
                </a:solidFill>
                <a:latin typeface="+mj-lt"/>
                <a:ea typeface="MS PMincho" panose="02020600040205080304" pitchFamily="18" charset="-128"/>
                <a:cs typeface="Mangal" panose="02040503050203030202" pitchFamily="18" charset="0"/>
              </a:defRPr>
            </a:lvl1pPr>
          </a:lstStyle>
          <a:p>
            <a:r>
              <a:rPr lang="en-US" dirty="0"/>
              <a:t>Add title</a:t>
            </a:r>
          </a:p>
        </p:txBody>
      </p:sp>
      <p:sp>
        <p:nvSpPr>
          <p:cNvPr id="29" name="Text Placeholder 20">
            <a:extLst>
              <a:ext uri="{FF2B5EF4-FFF2-40B4-BE49-F238E27FC236}">
                <a16:creationId xmlns:a16="http://schemas.microsoft.com/office/drawing/2014/main" id="{423228AD-A556-C433-B2EA-87D97B6FF63B}"/>
              </a:ext>
            </a:extLst>
          </p:cNvPr>
          <p:cNvSpPr>
            <a:spLocks noGrp="1"/>
          </p:cNvSpPr>
          <p:nvPr>
            <p:ph type="body" sz="quarter" idx="14" hasCustomPrompt="1"/>
          </p:nvPr>
        </p:nvSpPr>
        <p:spPr>
          <a:xfrm>
            <a:off x="5502975" y="3086826"/>
            <a:ext cx="5667049" cy="2079978"/>
          </a:xfrm>
        </p:spPr>
        <p:txBody>
          <a:bodyPr lIns="0" tIns="0" rIns="0" bIns="0"/>
          <a:lstStyle>
            <a:lvl1pPr marL="285750" indent="-285750">
              <a:buClr>
                <a:schemeClr val="bg1"/>
              </a:buClr>
              <a:buFont typeface="Courier New" panose="02070309020205020404" pitchFamily="49" charset="0"/>
              <a:buChar char="o"/>
              <a:defRPr sz="1400" b="0" i="0">
                <a:solidFill>
                  <a:schemeClr val="bg1"/>
                </a:solidFill>
                <a:latin typeface="+mn-lt"/>
                <a:cs typeface="Mangal" panose="02040503050203030202" pitchFamily="18" charset="0"/>
              </a:defRPr>
            </a:lvl1pPr>
            <a:lvl2pPr marL="742950" indent="-285750">
              <a:buClr>
                <a:schemeClr val="bg1"/>
              </a:buClr>
              <a:buFont typeface="Courier New" panose="02070309020205020404" pitchFamily="49" charset="0"/>
              <a:buChar char="o"/>
              <a:defRPr sz="1400" b="0" i="0">
                <a:solidFill>
                  <a:schemeClr val="bg1"/>
                </a:solidFill>
                <a:latin typeface="Mangal" panose="02040503050203030202" pitchFamily="18" charset="0"/>
                <a:cs typeface="Mangal" panose="02040503050203030202" pitchFamily="18" charset="0"/>
              </a:defRPr>
            </a:lvl2pPr>
            <a:lvl3pPr marL="1200150" indent="-285750">
              <a:buClr>
                <a:schemeClr val="bg1"/>
              </a:buClr>
              <a:buFont typeface="Courier New" panose="02070309020205020404" pitchFamily="49" charset="0"/>
              <a:buChar char="o"/>
              <a:defRPr sz="1400" b="0" i="0">
                <a:solidFill>
                  <a:schemeClr val="bg1"/>
                </a:solidFill>
                <a:latin typeface="Mangal" panose="02040503050203030202" pitchFamily="18" charset="0"/>
                <a:cs typeface="Mangal" panose="02040503050203030202" pitchFamily="18" charset="0"/>
              </a:defRPr>
            </a:lvl3pPr>
            <a:lvl4pPr marL="1543050" indent="-171450">
              <a:buClr>
                <a:schemeClr val="bg1"/>
              </a:buClr>
              <a:buFont typeface="Courier New" panose="02070309020205020404" pitchFamily="49" charset="0"/>
              <a:buChar char="o"/>
              <a:defRPr sz="1400" b="0" i="0">
                <a:solidFill>
                  <a:schemeClr val="bg1"/>
                </a:solidFill>
                <a:latin typeface="Mangal" panose="02040503050203030202" pitchFamily="18" charset="0"/>
                <a:cs typeface="Mangal" panose="02040503050203030202" pitchFamily="18" charset="0"/>
              </a:defRPr>
            </a:lvl4pPr>
            <a:lvl5pPr marL="2000250" indent="-171450">
              <a:buClr>
                <a:schemeClr val="bg1"/>
              </a:buClr>
              <a:buFont typeface="Courier New" panose="02070309020205020404" pitchFamily="49" charset="0"/>
              <a:buChar char="o"/>
              <a:defRPr sz="1400" b="0" i="0">
                <a:solidFill>
                  <a:schemeClr val="bg1"/>
                </a:solidFill>
                <a:latin typeface="Mangal" panose="02040503050203030202" pitchFamily="18" charset="0"/>
                <a:cs typeface="Mangal" panose="02040503050203030202" pitchFamily="18" charset="0"/>
              </a:defRPr>
            </a:lvl5pPr>
          </a:lstStyle>
          <a:p>
            <a:pPr lvl="0"/>
            <a:r>
              <a:rPr lang="en-US" dirty="0"/>
              <a:t>Click to add text</a:t>
            </a:r>
          </a:p>
        </p:txBody>
      </p:sp>
      <p:pic>
        <p:nvPicPr>
          <p:cNvPr id="3" name="Picture 2">
            <a:extLst>
              <a:ext uri="{FF2B5EF4-FFF2-40B4-BE49-F238E27FC236}">
                <a16:creationId xmlns:a16="http://schemas.microsoft.com/office/drawing/2014/main" id="{77547038-27D1-FF6B-7831-F79C0B103590}"/>
              </a:ext>
            </a:extLst>
          </p:cNvPr>
          <p:cNvPicPr>
            <a:picLocks noChangeAspect="1"/>
          </p:cNvPicPr>
          <p:nvPr userDrawn="1"/>
        </p:nvPicPr>
        <p:blipFill rotWithShape="1">
          <a:blip r:embed="rId2">
            <a:grayscl/>
            <a:alphaModFix amt="41000"/>
          </a:blip>
          <a:srcRect l="-222" t="45170" r="19778" b="17468"/>
          <a:stretch/>
        </p:blipFill>
        <p:spPr>
          <a:xfrm>
            <a:off x="6096001" y="4549953"/>
            <a:ext cx="6096000" cy="2304790"/>
          </a:xfrm>
          <a:prstGeom prst="rect">
            <a:avLst/>
          </a:prstGeom>
        </p:spPr>
      </p:pic>
      <p:grpSp>
        <p:nvGrpSpPr>
          <p:cNvPr id="2" name="Group 1">
            <a:extLst>
              <a:ext uri="{FF2B5EF4-FFF2-40B4-BE49-F238E27FC236}">
                <a16:creationId xmlns:a16="http://schemas.microsoft.com/office/drawing/2014/main" id="{74392963-F9C3-8CCC-D239-15D7A4074039}"/>
              </a:ext>
            </a:extLst>
          </p:cNvPr>
          <p:cNvGrpSpPr/>
          <p:nvPr userDrawn="1"/>
        </p:nvGrpSpPr>
        <p:grpSpPr>
          <a:xfrm>
            <a:off x="530436" y="6223933"/>
            <a:ext cx="89941" cy="314793"/>
            <a:chOff x="5538866" y="1851285"/>
            <a:chExt cx="89941" cy="314793"/>
          </a:xfrm>
          <a:noFill/>
        </p:grpSpPr>
        <p:sp>
          <p:nvSpPr>
            <p:cNvPr id="4" name="Oval 3">
              <a:extLst>
                <a:ext uri="{FF2B5EF4-FFF2-40B4-BE49-F238E27FC236}">
                  <a16:creationId xmlns:a16="http://schemas.microsoft.com/office/drawing/2014/main" id="{E602030E-DB17-B78E-57D1-2DE77370C0AF}"/>
                </a:ext>
              </a:extLst>
            </p:cNvPr>
            <p:cNvSpPr/>
            <p:nvPr userDrawn="1"/>
          </p:nvSpPr>
          <p:spPr>
            <a:xfrm>
              <a:off x="5538866" y="1851285"/>
              <a:ext cx="89941" cy="89941"/>
            </a:xfrm>
            <a:prstGeom prst="ellipse">
              <a:avLst/>
            </a:prstGeom>
            <a:gr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Oval 4">
              <a:extLst>
                <a:ext uri="{FF2B5EF4-FFF2-40B4-BE49-F238E27FC236}">
                  <a16:creationId xmlns:a16="http://schemas.microsoft.com/office/drawing/2014/main" id="{F78C2D1A-F468-13E2-E0B2-A616C5D32D07}"/>
                </a:ext>
              </a:extLst>
            </p:cNvPr>
            <p:cNvSpPr/>
            <p:nvPr userDrawn="1"/>
          </p:nvSpPr>
          <p:spPr>
            <a:xfrm>
              <a:off x="5538866" y="2076137"/>
              <a:ext cx="89941" cy="89941"/>
            </a:xfrm>
            <a:prstGeom prst="ellipse">
              <a:avLst/>
            </a:prstGeom>
            <a:gr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2" name="Text Placeholder 11">
            <a:extLst>
              <a:ext uri="{FF2B5EF4-FFF2-40B4-BE49-F238E27FC236}">
                <a16:creationId xmlns:a16="http://schemas.microsoft.com/office/drawing/2014/main" id="{FA6D1E3C-605D-AD1A-9356-148E871C2DE0}"/>
              </a:ext>
            </a:extLst>
          </p:cNvPr>
          <p:cNvSpPr>
            <a:spLocks noGrp="1"/>
          </p:cNvSpPr>
          <p:nvPr>
            <p:ph type="body" sz="quarter" idx="15" hasCustomPrompt="1"/>
          </p:nvPr>
        </p:nvSpPr>
        <p:spPr>
          <a:xfrm>
            <a:off x="5502976" y="1793289"/>
            <a:ext cx="5658458" cy="1127125"/>
          </a:xfrm>
        </p:spPr>
        <p:txBody>
          <a:bodyPr lIns="0" tIns="0" rIns="0" bIns="0"/>
          <a:lstStyle>
            <a:lvl1pPr marL="0" indent="0">
              <a:buNone/>
              <a:defRPr sz="1400" cap="all" baseline="0">
                <a:solidFill>
                  <a:schemeClr val="bg1"/>
                </a:solidFill>
              </a:defRPr>
            </a:lvl1pPr>
            <a:lvl2pPr marL="457200" indent="0">
              <a:buNone/>
              <a:defRPr cap="all" baseline="0">
                <a:solidFill>
                  <a:schemeClr val="bg1"/>
                </a:solidFill>
              </a:defRPr>
            </a:lvl2pPr>
            <a:lvl3pPr marL="914400" indent="0">
              <a:buNone/>
              <a:defRPr cap="all" baseline="0">
                <a:solidFill>
                  <a:schemeClr val="bg1"/>
                </a:solidFill>
              </a:defRPr>
            </a:lvl3pPr>
            <a:lvl4pPr marL="1371600" indent="0">
              <a:buNone/>
              <a:defRPr cap="all" baseline="0">
                <a:solidFill>
                  <a:schemeClr val="bg1"/>
                </a:solidFill>
              </a:defRPr>
            </a:lvl4pPr>
            <a:lvl5pPr marL="1828800" indent="0">
              <a:buNone/>
              <a:defRPr cap="all" baseline="0">
                <a:solidFill>
                  <a:schemeClr val="bg1"/>
                </a:solidFill>
              </a:defRPr>
            </a:lvl5pPr>
          </a:lstStyle>
          <a:p>
            <a:pPr lvl="0"/>
            <a:r>
              <a:rPr lang="en-US" dirty="0"/>
              <a:t>Click to add text</a:t>
            </a:r>
          </a:p>
        </p:txBody>
      </p:sp>
    </p:spTree>
    <p:extLst>
      <p:ext uri="{BB962C8B-B14F-4D97-AF65-F5344CB8AC3E}">
        <p14:creationId xmlns:p14="http://schemas.microsoft.com/office/powerpoint/2010/main" val="28455729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tx1"/>
        </a:solidFill>
        <a:effectLst/>
      </p:bgPr>
    </p:bg>
    <p:spTree>
      <p:nvGrpSpPr>
        <p:cNvPr id="1" name=""/>
        <p:cNvGrpSpPr/>
        <p:nvPr/>
      </p:nvGrpSpPr>
      <p:grpSpPr>
        <a:xfrm>
          <a:off x="0" y="0"/>
          <a:ext cx="0" cy="0"/>
          <a:chOff x="0" y="0"/>
          <a:chExt cx="0" cy="0"/>
        </a:xfrm>
      </p:grpSpPr>
      <p:pic>
        <p:nvPicPr>
          <p:cNvPr id="30" name="Picture 29">
            <a:extLst>
              <a:ext uri="{FF2B5EF4-FFF2-40B4-BE49-F238E27FC236}">
                <a16:creationId xmlns:a16="http://schemas.microsoft.com/office/drawing/2014/main" id="{DED748D9-6073-DA29-847A-6A6C39D6A69B}"/>
              </a:ext>
            </a:extLst>
          </p:cNvPr>
          <p:cNvPicPr>
            <a:picLocks noChangeAspect="1"/>
          </p:cNvPicPr>
          <p:nvPr userDrawn="1"/>
        </p:nvPicPr>
        <p:blipFill rotWithShape="1">
          <a:blip r:embed="rId2">
            <a:grayscl/>
            <a:alphaModFix amt="41000"/>
          </a:blip>
          <a:srcRect l="-223" t="45170" r="17078" b="17468"/>
          <a:stretch/>
        </p:blipFill>
        <p:spPr>
          <a:xfrm rot="10800000">
            <a:off x="-2" y="0"/>
            <a:ext cx="6300593" cy="2304790"/>
          </a:xfrm>
          <a:prstGeom prst="rect">
            <a:avLst/>
          </a:prstGeom>
        </p:spPr>
      </p:pic>
      <p:grpSp>
        <p:nvGrpSpPr>
          <p:cNvPr id="9" name="Group 8">
            <a:extLst>
              <a:ext uri="{FF2B5EF4-FFF2-40B4-BE49-F238E27FC236}">
                <a16:creationId xmlns:a16="http://schemas.microsoft.com/office/drawing/2014/main" id="{3522E8A7-C256-4D0D-38F5-744CC21A3F1B}"/>
              </a:ext>
            </a:extLst>
          </p:cNvPr>
          <p:cNvGrpSpPr/>
          <p:nvPr userDrawn="1"/>
        </p:nvGrpSpPr>
        <p:grpSpPr>
          <a:xfrm>
            <a:off x="11613628" y="319274"/>
            <a:ext cx="89941" cy="314793"/>
            <a:chOff x="5538866" y="1851285"/>
            <a:chExt cx="89941" cy="314793"/>
          </a:xfrm>
          <a:solidFill>
            <a:schemeClr val="bg1"/>
          </a:solidFill>
        </p:grpSpPr>
        <p:sp>
          <p:nvSpPr>
            <p:cNvPr id="10" name="Oval 9">
              <a:extLst>
                <a:ext uri="{FF2B5EF4-FFF2-40B4-BE49-F238E27FC236}">
                  <a16:creationId xmlns:a16="http://schemas.microsoft.com/office/drawing/2014/main" id="{7194A7E3-B379-7E79-0952-AF4C6A614000}"/>
                </a:ext>
              </a:extLst>
            </p:cNvPr>
            <p:cNvSpPr/>
            <p:nvPr userDrawn="1"/>
          </p:nvSpPr>
          <p:spPr>
            <a:xfrm>
              <a:off x="5538866" y="1851285"/>
              <a:ext cx="89941" cy="8994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716CD3AC-CC76-8555-8E6F-C480301CF8B9}"/>
                </a:ext>
              </a:extLst>
            </p:cNvPr>
            <p:cNvSpPr/>
            <p:nvPr userDrawn="1"/>
          </p:nvSpPr>
          <p:spPr>
            <a:xfrm>
              <a:off x="5538866" y="2076137"/>
              <a:ext cx="89941" cy="8994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8" name="Title 1">
            <a:extLst>
              <a:ext uri="{FF2B5EF4-FFF2-40B4-BE49-F238E27FC236}">
                <a16:creationId xmlns:a16="http://schemas.microsoft.com/office/drawing/2014/main" id="{C41695A2-5AD2-67EB-7D51-A56C0DCF1440}"/>
              </a:ext>
            </a:extLst>
          </p:cNvPr>
          <p:cNvSpPr>
            <a:spLocks noGrp="1"/>
          </p:cNvSpPr>
          <p:nvPr>
            <p:ph type="title" hasCustomPrompt="1"/>
          </p:nvPr>
        </p:nvSpPr>
        <p:spPr>
          <a:xfrm>
            <a:off x="1790925" y="1582977"/>
            <a:ext cx="3978939" cy="1946607"/>
          </a:xfrm>
        </p:spPr>
        <p:txBody>
          <a:bodyPr lIns="0" tIns="0" rIns="0" bIns="0" anchor="ctr"/>
          <a:lstStyle>
            <a:lvl1pPr algn="l">
              <a:lnSpc>
                <a:spcPct val="75000"/>
              </a:lnSpc>
              <a:defRPr sz="8000" b="0" i="0" cap="all" spc="-150" baseline="0">
                <a:solidFill>
                  <a:schemeClr val="bg1"/>
                </a:solidFill>
                <a:latin typeface="+mj-lt"/>
                <a:ea typeface="MS PMincho" panose="02020600040205080304" pitchFamily="18" charset="-128"/>
                <a:cs typeface="Mangal" panose="02040503050203030202" pitchFamily="18" charset="0"/>
              </a:defRPr>
            </a:lvl1pPr>
          </a:lstStyle>
          <a:p>
            <a:r>
              <a:rPr lang="en-US" dirty="0"/>
              <a:t>Add title</a:t>
            </a:r>
          </a:p>
        </p:txBody>
      </p:sp>
      <p:pic>
        <p:nvPicPr>
          <p:cNvPr id="3" name="Picture 2">
            <a:extLst>
              <a:ext uri="{FF2B5EF4-FFF2-40B4-BE49-F238E27FC236}">
                <a16:creationId xmlns:a16="http://schemas.microsoft.com/office/drawing/2014/main" id="{77547038-27D1-FF6B-7831-F79C0B103590}"/>
              </a:ext>
            </a:extLst>
          </p:cNvPr>
          <p:cNvPicPr>
            <a:picLocks noChangeAspect="1"/>
          </p:cNvPicPr>
          <p:nvPr userDrawn="1"/>
        </p:nvPicPr>
        <p:blipFill rotWithShape="1">
          <a:blip r:embed="rId2">
            <a:grayscl/>
            <a:alphaModFix amt="41000"/>
          </a:blip>
          <a:srcRect l="-222" t="45170" r="19778" b="17468"/>
          <a:stretch/>
        </p:blipFill>
        <p:spPr>
          <a:xfrm>
            <a:off x="6096001" y="4549953"/>
            <a:ext cx="6096000" cy="2304790"/>
          </a:xfrm>
          <a:prstGeom prst="rect">
            <a:avLst/>
          </a:prstGeom>
        </p:spPr>
      </p:pic>
      <p:grpSp>
        <p:nvGrpSpPr>
          <p:cNvPr id="2" name="Group 1">
            <a:extLst>
              <a:ext uri="{FF2B5EF4-FFF2-40B4-BE49-F238E27FC236}">
                <a16:creationId xmlns:a16="http://schemas.microsoft.com/office/drawing/2014/main" id="{74392963-F9C3-8CCC-D239-15D7A4074039}"/>
              </a:ext>
            </a:extLst>
          </p:cNvPr>
          <p:cNvGrpSpPr/>
          <p:nvPr userDrawn="1"/>
        </p:nvGrpSpPr>
        <p:grpSpPr>
          <a:xfrm>
            <a:off x="530436" y="6223933"/>
            <a:ext cx="89941" cy="314793"/>
            <a:chOff x="5538866" y="1851285"/>
            <a:chExt cx="89941" cy="314793"/>
          </a:xfrm>
          <a:noFill/>
        </p:grpSpPr>
        <p:sp>
          <p:nvSpPr>
            <p:cNvPr id="4" name="Oval 3">
              <a:extLst>
                <a:ext uri="{FF2B5EF4-FFF2-40B4-BE49-F238E27FC236}">
                  <a16:creationId xmlns:a16="http://schemas.microsoft.com/office/drawing/2014/main" id="{E602030E-DB17-B78E-57D1-2DE77370C0AF}"/>
                </a:ext>
              </a:extLst>
            </p:cNvPr>
            <p:cNvSpPr/>
            <p:nvPr userDrawn="1"/>
          </p:nvSpPr>
          <p:spPr>
            <a:xfrm>
              <a:off x="5538866" y="1851285"/>
              <a:ext cx="89941" cy="89941"/>
            </a:xfrm>
            <a:prstGeom prst="ellipse">
              <a:avLst/>
            </a:prstGeom>
            <a:gr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Oval 4">
              <a:extLst>
                <a:ext uri="{FF2B5EF4-FFF2-40B4-BE49-F238E27FC236}">
                  <a16:creationId xmlns:a16="http://schemas.microsoft.com/office/drawing/2014/main" id="{F78C2D1A-F468-13E2-E0B2-A616C5D32D07}"/>
                </a:ext>
              </a:extLst>
            </p:cNvPr>
            <p:cNvSpPr/>
            <p:nvPr userDrawn="1"/>
          </p:nvSpPr>
          <p:spPr>
            <a:xfrm>
              <a:off x="5538866" y="2076137"/>
              <a:ext cx="89941" cy="89941"/>
            </a:xfrm>
            <a:prstGeom prst="ellipse">
              <a:avLst/>
            </a:prstGeom>
            <a:gr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2" name="Text Placeholder 11">
            <a:extLst>
              <a:ext uri="{FF2B5EF4-FFF2-40B4-BE49-F238E27FC236}">
                <a16:creationId xmlns:a16="http://schemas.microsoft.com/office/drawing/2014/main" id="{FA6D1E3C-605D-AD1A-9356-148E871C2DE0}"/>
              </a:ext>
            </a:extLst>
          </p:cNvPr>
          <p:cNvSpPr>
            <a:spLocks noGrp="1"/>
          </p:cNvSpPr>
          <p:nvPr>
            <p:ph type="body" sz="quarter" idx="15" hasCustomPrompt="1"/>
          </p:nvPr>
        </p:nvSpPr>
        <p:spPr>
          <a:xfrm>
            <a:off x="5239512" y="2347118"/>
            <a:ext cx="5161563" cy="2304791"/>
          </a:xfrm>
        </p:spPr>
        <p:txBody>
          <a:bodyPr lIns="0" tIns="0" rIns="0" bIns="0" anchor="ctr"/>
          <a:lstStyle>
            <a:lvl1pPr marL="0" indent="0" algn="r">
              <a:lnSpc>
                <a:spcPct val="75000"/>
              </a:lnSpc>
              <a:spcBef>
                <a:spcPts val="0"/>
              </a:spcBef>
              <a:spcAft>
                <a:spcPts val="0"/>
              </a:spcAft>
              <a:buNone/>
              <a:defRPr sz="8000" cap="all" spc="-150" baseline="0">
                <a:solidFill>
                  <a:schemeClr val="bg1"/>
                </a:solidFill>
                <a:latin typeface="+mj-lt"/>
              </a:defRPr>
            </a:lvl1pPr>
            <a:lvl2pPr marL="457200" indent="0">
              <a:buNone/>
              <a:defRPr cap="all" baseline="0">
                <a:solidFill>
                  <a:schemeClr val="bg1"/>
                </a:solidFill>
              </a:defRPr>
            </a:lvl2pPr>
            <a:lvl3pPr marL="914400" indent="0">
              <a:buNone/>
              <a:defRPr cap="all" baseline="0">
                <a:solidFill>
                  <a:schemeClr val="bg1"/>
                </a:solidFill>
              </a:defRPr>
            </a:lvl3pPr>
            <a:lvl4pPr marL="1371600" indent="0">
              <a:buNone/>
              <a:defRPr cap="all" baseline="0">
                <a:solidFill>
                  <a:schemeClr val="bg1"/>
                </a:solidFill>
              </a:defRPr>
            </a:lvl4pPr>
            <a:lvl5pPr marL="1828800" indent="0">
              <a:buNone/>
              <a:defRPr cap="all" baseline="0">
                <a:solidFill>
                  <a:schemeClr val="bg1"/>
                </a:solidFill>
              </a:defRPr>
            </a:lvl5pPr>
          </a:lstStyle>
          <a:p>
            <a:pPr lvl="0"/>
            <a:r>
              <a:rPr lang="en-US" dirty="0"/>
              <a:t>Add  title</a:t>
            </a:r>
          </a:p>
        </p:txBody>
      </p:sp>
      <p:sp>
        <p:nvSpPr>
          <p:cNvPr id="13" name="Text Placeholder 12">
            <a:extLst>
              <a:ext uri="{FF2B5EF4-FFF2-40B4-BE49-F238E27FC236}">
                <a16:creationId xmlns:a16="http://schemas.microsoft.com/office/drawing/2014/main" id="{5D7BC5E0-03EB-A193-1303-34484219ED76}"/>
              </a:ext>
            </a:extLst>
          </p:cNvPr>
          <p:cNvSpPr>
            <a:spLocks noGrp="1"/>
          </p:cNvSpPr>
          <p:nvPr>
            <p:ph type="body" sz="quarter" idx="16" hasCustomPrompt="1"/>
          </p:nvPr>
        </p:nvSpPr>
        <p:spPr>
          <a:xfrm>
            <a:off x="1352614" y="5010341"/>
            <a:ext cx="9501187" cy="1139447"/>
          </a:xfrm>
        </p:spPr>
        <p:txBody>
          <a:bodyPr/>
          <a:lstStyle>
            <a:lvl1pPr marL="0" indent="0" algn="ctr">
              <a:buNone/>
              <a:defRPr sz="1400" cap="all" baseline="0">
                <a:solidFill>
                  <a:schemeClr val="bg1"/>
                </a:solidFill>
              </a:defRPr>
            </a:lvl1pPr>
            <a:lvl2pPr marL="457200" indent="0">
              <a:buNone/>
              <a:defRPr sz="1400" cap="all" baseline="0">
                <a:solidFill>
                  <a:schemeClr val="bg1"/>
                </a:solidFill>
              </a:defRPr>
            </a:lvl2pPr>
            <a:lvl3pPr marL="914400" indent="0">
              <a:buNone/>
              <a:defRPr sz="1400" cap="all" baseline="0">
                <a:solidFill>
                  <a:schemeClr val="bg1"/>
                </a:solidFill>
              </a:defRPr>
            </a:lvl3pPr>
            <a:lvl4pPr marL="1371600" indent="0">
              <a:buNone/>
              <a:defRPr sz="1400" cap="all" baseline="0">
                <a:solidFill>
                  <a:schemeClr val="bg1"/>
                </a:solidFill>
              </a:defRPr>
            </a:lvl4pPr>
            <a:lvl5pPr marL="1828800" indent="0">
              <a:buNone/>
              <a:defRPr sz="1400" cap="all" baseline="0">
                <a:solidFill>
                  <a:schemeClr val="bg1"/>
                </a:solidFill>
              </a:defRPr>
            </a:lvl5pPr>
          </a:lstStyle>
          <a:p>
            <a:pPr lvl="0"/>
            <a:r>
              <a:rPr lang="en-US" dirty="0"/>
              <a:t>Click to add subtitle</a:t>
            </a:r>
          </a:p>
        </p:txBody>
      </p:sp>
    </p:spTree>
    <p:extLst>
      <p:ext uri="{BB962C8B-B14F-4D97-AF65-F5344CB8AC3E}">
        <p14:creationId xmlns:p14="http://schemas.microsoft.com/office/powerpoint/2010/main" val="7056796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mparison">
    <p:bg>
      <p:bgPr>
        <a:solidFill>
          <a:schemeClr val="tx1"/>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C91152F-5BDA-D61B-1CCF-A86EFB6F5540}"/>
              </a:ext>
            </a:extLst>
          </p:cNvPr>
          <p:cNvSpPr>
            <a:spLocks noGrp="1"/>
          </p:cNvSpPr>
          <p:nvPr>
            <p:ph type="title" hasCustomPrompt="1"/>
          </p:nvPr>
        </p:nvSpPr>
        <p:spPr>
          <a:xfrm>
            <a:off x="1082032" y="608075"/>
            <a:ext cx="10061455" cy="644653"/>
          </a:xfrm>
        </p:spPr>
        <p:txBody>
          <a:bodyPr lIns="0" tIns="0" rIns="0" bIns="0" anchor="ctr"/>
          <a:lstStyle>
            <a:lvl1pPr algn="l">
              <a:lnSpc>
                <a:spcPct val="75000"/>
              </a:lnSpc>
              <a:defRPr sz="4800" b="0" i="0" cap="all" spc="-150" baseline="0">
                <a:solidFill>
                  <a:schemeClr val="bg1"/>
                </a:solidFill>
                <a:latin typeface="+mj-lt"/>
                <a:ea typeface="MS PMincho" panose="02020600040205080304" pitchFamily="18" charset="-128"/>
                <a:cs typeface="Mangal" panose="02040503050203030202" pitchFamily="18" charset="0"/>
              </a:defRPr>
            </a:lvl1pPr>
          </a:lstStyle>
          <a:p>
            <a:r>
              <a:rPr lang="en-US" dirty="0"/>
              <a:t>Add title</a:t>
            </a:r>
          </a:p>
        </p:txBody>
      </p:sp>
      <p:grpSp>
        <p:nvGrpSpPr>
          <p:cNvPr id="9" name="Group 8">
            <a:extLst>
              <a:ext uri="{FF2B5EF4-FFF2-40B4-BE49-F238E27FC236}">
                <a16:creationId xmlns:a16="http://schemas.microsoft.com/office/drawing/2014/main" id="{3522E8A7-C256-4D0D-38F5-744CC21A3F1B}"/>
              </a:ext>
              <a:ext uri="{C183D7F6-B498-43B3-948B-1728B52AA6E4}">
                <adec:decorative xmlns:adec="http://schemas.microsoft.com/office/drawing/2017/decorative" val="1"/>
              </a:ext>
            </a:extLst>
          </p:cNvPr>
          <p:cNvGrpSpPr/>
          <p:nvPr userDrawn="1"/>
        </p:nvGrpSpPr>
        <p:grpSpPr>
          <a:xfrm>
            <a:off x="11613628" y="335197"/>
            <a:ext cx="89941" cy="314793"/>
            <a:chOff x="5538866" y="1851285"/>
            <a:chExt cx="89941" cy="314793"/>
          </a:xfrm>
          <a:solidFill>
            <a:schemeClr val="bg1"/>
          </a:solidFill>
        </p:grpSpPr>
        <p:sp>
          <p:nvSpPr>
            <p:cNvPr id="10" name="Oval 9">
              <a:extLst>
                <a:ext uri="{FF2B5EF4-FFF2-40B4-BE49-F238E27FC236}">
                  <a16:creationId xmlns:a16="http://schemas.microsoft.com/office/drawing/2014/main" id="{7194A7E3-B379-7E79-0952-AF4C6A614000}"/>
                </a:ext>
              </a:extLst>
            </p:cNvPr>
            <p:cNvSpPr/>
            <p:nvPr userDrawn="1"/>
          </p:nvSpPr>
          <p:spPr>
            <a:xfrm>
              <a:off x="5538866" y="1851285"/>
              <a:ext cx="89941" cy="8994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716CD3AC-CC76-8555-8E6F-C480301CF8B9}"/>
                </a:ext>
              </a:extLst>
            </p:cNvPr>
            <p:cNvSpPr/>
            <p:nvPr userDrawn="1"/>
          </p:nvSpPr>
          <p:spPr>
            <a:xfrm>
              <a:off x="5538866" y="2076137"/>
              <a:ext cx="89941" cy="8994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cxnSp>
        <p:nvCxnSpPr>
          <p:cNvPr id="12" name="Straight Connector 11">
            <a:extLst>
              <a:ext uri="{FF2B5EF4-FFF2-40B4-BE49-F238E27FC236}">
                <a16:creationId xmlns:a16="http://schemas.microsoft.com/office/drawing/2014/main" id="{C24A05F7-5B34-541E-2738-B83DA06E5C30}"/>
              </a:ext>
              <a:ext uri="{C183D7F6-B498-43B3-948B-1728B52AA6E4}">
                <adec:decorative xmlns:adec="http://schemas.microsoft.com/office/drawing/2017/decorative" val="1"/>
              </a:ext>
            </a:extLst>
          </p:cNvPr>
          <p:cNvCxnSpPr>
            <a:cxnSpLocks/>
          </p:cNvCxnSpPr>
          <p:nvPr userDrawn="1"/>
        </p:nvCxnSpPr>
        <p:spPr>
          <a:xfrm>
            <a:off x="11658599" y="890016"/>
            <a:ext cx="0" cy="517050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5" name="Group 24">
            <a:extLst>
              <a:ext uri="{FF2B5EF4-FFF2-40B4-BE49-F238E27FC236}">
                <a16:creationId xmlns:a16="http://schemas.microsoft.com/office/drawing/2014/main" id="{49BB1C6E-F2CD-1DED-4142-D5222335150C}"/>
              </a:ext>
              <a:ext uri="{C183D7F6-B498-43B3-948B-1728B52AA6E4}">
                <adec:decorative xmlns:adec="http://schemas.microsoft.com/office/drawing/2017/decorative" val="1"/>
              </a:ext>
            </a:extLst>
          </p:cNvPr>
          <p:cNvGrpSpPr/>
          <p:nvPr userDrawn="1"/>
        </p:nvGrpSpPr>
        <p:grpSpPr>
          <a:xfrm>
            <a:off x="530436" y="6223933"/>
            <a:ext cx="89941" cy="314793"/>
            <a:chOff x="5538866" y="1851285"/>
            <a:chExt cx="89941" cy="314793"/>
          </a:xfrm>
          <a:noFill/>
        </p:grpSpPr>
        <p:sp>
          <p:nvSpPr>
            <p:cNvPr id="26" name="Oval 25">
              <a:extLst>
                <a:ext uri="{FF2B5EF4-FFF2-40B4-BE49-F238E27FC236}">
                  <a16:creationId xmlns:a16="http://schemas.microsoft.com/office/drawing/2014/main" id="{DC2674DE-70B7-1DB1-C9EA-ECDEDE00980F}"/>
                </a:ext>
              </a:extLst>
            </p:cNvPr>
            <p:cNvSpPr/>
            <p:nvPr userDrawn="1"/>
          </p:nvSpPr>
          <p:spPr>
            <a:xfrm>
              <a:off x="5538866" y="1851285"/>
              <a:ext cx="89941" cy="89941"/>
            </a:xfrm>
            <a:prstGeom prst="ellipse">
              <a:avLst/>
            </a:prstGeom>
            <a:gr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Oval 26">
              <a:extLst>
                <a:ext uri="{FF2B5EF4-FFF2-40B4-BE49-F238E27FC236}">
                  <a16:creationId xmlns:a16="http://schemas.microsoft.com/office/drawing/2014/main" id="{37F3A17F-5078-CA09-1C2A-A278DF540EB2}"/>
                </a:ext>
              </a:extLst>
            </p:cNvPr>
            <p:cNvSpPr/>
            <p:nvPr userDrawn="1"/>
          </p:nvSpPr>
          <p:spPr>
            <a:xfrm>
              <a:off x="5538866" y="2076137"/>
              <a:ext cx="89941" cy="89941"/>
            </a:xfrm>
            <a:prstGeom prst="ellipse">
              <a:avLst/>
            </a:prstGeom>
            <a:gr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4" name="Footer Placeholder 3">
            <a:extLst>
              <a:ext uri="{FF2B5EF4-FFF2-40B4-BE49-F238E27FC236}">
                <a16:creationId xmlns:a16="http://schemas.microsoft.com/office/drawing/2014/main" id="{3A4E705D-525A-81AA-338A-E8C4405FA80B}"/>
              </a:ext>
            </a:extLst>
          </p:cNvPr>
          <p:cNvSpPr>
            <a:spLocks noGrp="1"/>
          </p:cNvSpPr>
          <p:nvPr>
            <p:ph type="ftr" sz="quarter" idx="11"/>
          </p:nvPr>
        </p:nvSpPr>
        <p:spPr>
          <a:xfrm rot="16200000">
            <a:off x="-2009849" y="3308393"/>
            <a:ext cx="5170509" cy="333752"/>
          </a:xfrm>
        </p:spPr>
        <p:txBody>
          <a:bodyPr/>
          <a:lstStyle>
            <a:lvl1pPr algn="ctr">
              <a:defRPr cap="all" baseline="0">
                <a:solidFill>
                  <a:schemeClr val="bg1"/>
                </a:solidFill>
                <a:latin typeface="+mn-lt"/>
                <a:ea typeface="Dotum" panose="020B0600000101010101" pitchFamily="34" charset="-127"/>
                <a:cs typeface="Mangal" panose="02040503050203030202" pitchFamily="18" charset="0"/>
              </a:defRPr>
            </a:lvl1pPr>
          </a:lstStyle>
          <a:p>
            <a:r>
              <a:rPr lang="en-US" dirty="0"/>
              <a:t>Click to add Footer</a:t>
            </a:r>
          </a:p>
        </p:txBody>
      </p:sp>
      <p:sp>
        <p:nvSpPr>
          <p:cNvPr id="2" name="Picture Placeholder 11" descr="picture placeholder">
            <a:extLst>
              <a:ext uri="{FF2B5EF4-FFF2-40B4-BE49-F238E27FC236}">
                <a16:creationId xmlns:a16="http://schemas.microsoft.com/office/drawing/2014/main" id="{C74EC289-9E3B-2A85-FFCE-107B0E3B585D}"/>
              </a:ext>
            </a:extLst>
          </p:cNvPr>
          <p:cNvSpPr>
            <a:spLocks noGrp="1"/>
          </p:cNvSpPr>
          <p:nvPr>
            <p:ph type="pic" sz="quarter" idx="16"/>
          </p:nvPr>
        </p:nvSpPr>
        <p:spPr>
          <a:xfrm>
            <a:off x="1220826" y="1481328"/>
            <a:ext cx="2939694" cy="3227832"/>
          </a:xfrm>
        </p:spPr>
        <p:txBody>
          <a:bodyPr/>
          <a:lstStyle>
            <a:lvl1pPr marL="0" indent="0" algn="ctr">
              <a:buNone/>
              <a:defRPr sz="1400">
                <a:solidFill>
                  <a:schemeClr val="bg1"/>
                </a:solidFill>
                <a:latin typeface="+mn-lt"/>
                <a:ea typeface="Dotum" panose="020B0600000101010101" pitchFamily="34" charset="-127"/>
              </a:defRPr>
            </a:lvl1pPr>
          </a:lstStyle>
          <a:p>
            <a:r>
              <a:rPr lang="en-US"/>
              <a:t>Click icon to add picture</a:t>
            </a:r>
            <a:endParaRPr lang="en-US" dirty="0"/>
          </a:p>
        </p:txBody>
      </p:sp>
      <p:sp>
        <p:nvSpPr>
          <p:cNvPr id="17" name="Text Placeholder 20">
            <a:extLst>
              <a:ext uri="{FF2B5EF4-FFF2-40B4-BE49-F238E27FC236}">
                <a16:creationId xmlns:a16="http://schemas.microsoft.com/office/drawing/2014/main" id="{BABDA1A4-3206-A325-2576-C4DB8737BB3A}"/>
              </a:ext>
            </a:extLst>
          </p:cNvPr>
          <p:cNvSpPr>
            <a:spLocks noGrp="1"/>
          </p:cNvSpPr>
          <p:nvPr>
            <p:ph type="body" sz="quarter" idx="14" hasCustomPrompt="1"/>
          </p:nvPr>
        </p:nvSpPr>
        <p:spPr>
          <a:xfrm>
            <a:off x="1220827" y="5138927"/>
            <a:ext cx="2939689" cy="921596"/>
          </a:xfrm>
        </p:spPr>
        <p:txBody>
          <a:bodyPr lIns="0" tIns="0" rIns="0" bIns="0"/>
          <a:lstStyle>
            <a:lvl1pPr marL="0" indent="0">
              <a:buClr>
                <a:schemeClr val="bg1"/>
              </a:buClr>
              <a:buFont typeface="Courier New" panose="02070309020205020404" pitchFamily="49" charset="0"/>
              <a:buNone/>
              <a:defRPr sz="1400" b="0" i="0">
                <a:solidFill>
                  <a:schemeClr val="bg1"/>
                </a:solidFill>
                <a:latin typeface="+mn-lt"/>
                <a:cs typeface="Mangal" panose="02040503050203030202" pitchFamily="18" charset="0"/>
              </a:defRPr>
            </a:lvl1pPr>
            <a:lvl2pPr marL="457200" indent="0">
              <a:buClr>
                <a:schemeClr val="bg1"/>
              </a:buClr>
              <a:buFont typeface="Courier New" panose="02070309020205020404" pitchFamily="49" charset="0"/>
              <a:buNone/>
              <a:defRPr sz="1400" b="0" i="0">
                <a:solidFill>
                  <a:schemeClr val="bg1"/>
                </a:solidFill>
                <a:latin typeface="+mn-lt"/>
                <a:cs typeface="Mangal" panose="02040503050203030202" pitchFamily="18" charset="0"/>
              </a:defRPr>
            </a:lvl2pPr>
            <a:lvl3pPr marL="914400" indent="0">
              <a:buClr>
                <a:schemeClr val="bg1"/>
              </a:buClr>
              <a:buFont typeface="Courier New" panose="02070309020205020404" pitchFamily="49" charset="0"/>
              <a:buNone/>
              <a:defRPr sz="1400" b="0" i="0">
                <a:solidFill>
                  <a:schemeClr val="bg1"/>
                </a:solidFill>
                <a:latin typeface="+mn-lt"/>
                <a:cs typeface="Mangal" panose="02040503050203030202" pitchFamily="18" charset="0"/>
              </a:defRPr>
            </a:lvl3pPr>
            <a:lvl4pPr marL="1371600" indent="0">
              <a:buClr>
                <a:schemeClr val="bg1"/>
              </a:buClr>
              <a:buFont typeface="Courier New" panose="02070309020205020404" pitchFamily="49" charset="0"/>
              <a:buNone/>
              <a:defRPr sz="1400" b="0" i="0">
                <a:solidFill>
                  <a:schemeClr val="bg1"/>
                </a:solidFill>
                <a:latin typeface="+mn-lt"/>
                <a:cs typeface="Mangal" panose="02040503050203030202" pitchFamily="18" charset="0"/>
              </a:defRPr>
            </a:lvl4pPr>
            <a:lvl5pPr marL="1828800" indent="0">
              <a:buClr>
                <a:schemeClr val="bg1"/>
              </a:buClr>
              <a:buFont typeface="Courier New" panose="02070309020205020404" pitchFamily="49" charset="0"/>
              <a:buNone/>
              <a:defRPr sz="1400" b="0" i="0">
                <a:solidFill>
                  <a:schemeClr val="bg1"/>
                </a:solidFill>
                <a:latin typeface="+mn-lt"/>
                <a:cs typeface="Mangal" panose="02040503050203030202" pitchFamily="18" charset="0"/>
              </a:defRPr>
            </a:lvl5pPr>
          </a:lstStyle>
          <a:p>
            <a:pPr lvl="0"/>
            <a:r>
              <a:rPr lang="en-US" dirty="0"/>
              <a:t>Click to add text</a:t>
            </a:r>
          </a:p>
        </p:txBody>
      </p:sp>
      <p:sp>
        <p:nvSpPr>
          <p:cNvPr id="5" name="Picture Placeholder 11" descr="picture placeholder">
            <a:extLst>
              <a:ext uri="{FF2B5EF4-FFF2-40B4-BE49-F238E27FC236}">
                <a16:creationId xmlns:a16="http://schemas.microsoft.com/office/drawing/2014/main" id="{BDEA8563-2200-B57E-810F-41DD854A672E}"/>
              </a:ext>
            </a:extLst>
          </p:cNvPr>
          <p:cNvSpPr>
            <a:spLocks noGrp="1"/>
          </p:cNvSpPr>
          <p:nvPr>
            <p:ph type="pic" sz="quarter" idx="17"/>
          </p:nvPr>
        </p:nvSpPr>
        <p:spPr>
          <a:xfrm>
            <a:off x="4690863" y="1481328"/>
            <a:ext cx="2939694" cy="3227832"/>
          </a:xfrm>
        </p:spPr>
        <p:txBody>
          <a:bodyPr/>
          <a:lstStyle>
            <a:lvl1pPr marL="0" indent="0" algn="ctr">
              <a:buNone/>
              <a:defRPr sz="1400">
                <a:solidFill>
                  <a:schemeClr val="bg1"/>
                </a:solidFill>
                <a:latin typeface="+mn-lt"/>
                <a:ea typeface="Dotum" panose="020B0600000101010101" pitchFamily="34" charset="-127"/>
              </a:defRPr>
            </a:lvl1pPr>
          </a:lstStyle>
          <a:p>
            <a:r>
              <a:rPr lang="en-US"/>
              <a:t>Click icon to add picture</a:t>
            </a:r>
            <a:endParaRPr lang="en-US" dirty="0"/>
          </a:p>
        </p:txBody>
      </p:sp>
      <p:sp>
        <p:nvSpPr>
          <p:cNvPr id="6" name="Text Placeholder 20">
            <a:extLst>
              <a:ext uri="{FF2B5EF4-FFF2-40B4-BE49-F238E27FC236}">
                <a16:creationId xmlns:a16="http://schemas.microsoft.com/office/drawing/2014/main" id="{ED97174A-CD7A-C701-0CE9-02D5F895EF90}"/>
              </a:ext>
            </a:extLst>
          </p:cNvPr>
          <p:cNvSpPr>
            <a:spLocks noGrp="1"/>
          </p:cNvSpPr>
          <p:nvPr>
            <p:ph type="body" sz="quarter" idx="18" hasCustomPrompt="1"/>
          </p:nvPr>
        </p:nvSpPr>
        <p:spPr>
          <a:xfrm>
            <a:off x="4690864" y="5138927"/>
            <a:ext cx="2939689" cy="921596"/>
          </a:xfrm>
        </p:spPr>
        <p:txBody>
          <a:bodyPr lIns="0" tIns="0" rIns="0" bIns="0"/>
          <a:lstStyle>
            <a:lvl1pPr marL="0" indent="0">
              <a:buClr>
                <a:schemeClr val="bg1"/>
              </a:buClr>
              <a:buFont typeface="Courier New" panose="02070309020205020404" pitchFamily="49" charset="0"/>
              <a:buNone/>
              <a:defRPr sz="1400" b="0" i="0">
                <a:solidFill>
                  <a:schemeClr val="bg1"/>
                </a:solidFill>
                <a:latin typeface="+mn-lt"/>
                <a:cs typeface="Mangal" panose="02040503050203030202" pitchFamily="18" charset="0"/>
              </a:defRPr>
            </a:lvl1pPr>
            <a:lvl2pPr marL="457200" indent="0">
              <a:buClr>
                <a:schemeClr val="bg1"/>
              </a:buClr>
              <a:buFont typeface="Courier New" panose="02070309020205020404" pitchFamily="49" charset="0"/>
              <a:buNone/>
              <a:defRPr sz="1400" b="0" i="0">
                <a:solidFill>
                  <a:schemeClr val="bg1"/>
                </a:solidFill>
                <a:latin typeface="+mn-lt"/>
                <a:cs typeface="Mangal" panose="02040503050203030202" pitchFamily="18" charset="0"/>
              </a:defRPr>
            </a:lvl2pPr>
            <a:lvl3pPr marL="914400" indent="0">
              <a:buClr>
                <a:schemeClr val="bg1"/>
              </a:buClr>
              <a:buFont typeface="Courier New" panose="02070309020205020404" pitchFamily="49" charset="0"/>
              <a:buNone/>
              <a:defRPr sz="1400" b="0" i="0">
                <a:solidFill>
                  <a:schemeClr val="bg1"/>
                </a:solidFill>
                <a:latin typeface="+mn-lt"/>
                <a:cs typeface="Mangal" panose="02040503050203030202" pitchFamily="18" charset="0"/>
              </a:defRPr>
            </a:lvl3pPr>
            <a:lvl4pPr marL="1371600" indent="0">
              <a:buClr>
                <a:schemeClr val="bg1"/>
              </a:buClr>
              <a:buFont typeface="Courier New" panose="02070309020205020404" pitchFamily="49" charset="0"/>
              <a:buNone/>
              <a:defRPr sz="1400" b="0" i="0">
                <a:solidFill>
                  <a:schemeClr val="bg1"/>
                </a:solidFill>
                <a:latin typeface="+mn-lt"/>
                <a:cs typeface="Mangal" panose="02040503050203030202" pitchFamily="18" charset="0"/>
              </a:defRPr>
            </a:lvl4pPr>
            <a:lvl5pPr marL="1828800" indent="0">
              <a:buClr>
                <a:schemeClr val="bg1"/>
              </a:buClr>
              <a:buFont typeface="Courier New" panose="02070309020205020404" pitchFamily="49" charset="0"/>
              <a:buNone/>
              <a:defRPr sz="1400" b="0" i="0">
                <a:solidFill>
                  <a:schemeClr val="bg1"/>
                </a:solidFill>
                <a:latin typeface="+mn-lt"/>
                <a:cs typeface="Mangal" panose="02040503050203030202" pitchFamily="18" charset="0"/>
              </a:defRPr>
            </a:lvl5pPr>
          </a:lstStyle>
          <a:p>
            <a:pPr lvl="0"/>
            <a:r>
              <a:rPr lang="en-US" dirty="0"/>
              <a:t>Click to add text</a:t>
            </a:r>
          </a:p>
        </p:txBody>
      </p:sp>
      <p:sp>
        <p:nvSpPr>
          <p:cNvPr id="13" name="Picture Placeholder 11" descr="picture placeholder">
            <a:extLst>
              <a:ext uri="{FF2B5EF4-FFF2-40B4-BE49-F238E27FC236}">
                <a16:creationId xmlns:a16="http://schemas.microsoft.com/office/drawing/2014/main" id="{630D9652-C4A0-E049-3F65-924827826FE0}"/>
              </a:ext>
            </a:extLst>
          </p:cNvPr>
          <p:cNvSpPr>
            <a:spLocks noGrp="1"/>
          </p:cNvSpPr>
          <p:nvPr>
            <p:ph type="pic" sz="quarter" idx="19"/>
          </p:nvPr>
        </p:nvSpPr>
        <p:spPr>
          <a:xfrm>
            <a:off x="8188558" y="1481328"/>
            <a:ext cx="2939694" cy="3227832"/>
          </a:xfrm>
        </p:spPr>
        <p:txBody>
          <a:bodyPr/>
          <a:lstStyle>
            <a:lvl1pPr marL="0" indent="0" algn="ctr">
              <a:buNone/>
              <a:defRPr sz="1400">
                <a:solidFill>
                  <a:schemeClr val="bg1"/>
                </a:solidFill>
                <a:latin typeface="+mn-lt"/>
                <a:ea typeface="Dotum" panose="020B0600000101010101" pitchFamily="34" charset="-127"/>
              </a:defRPr>
            </a:lvl1pPr>
          </a:lstStyle>
          <a:p>
            <a:r>
              <a:rPr lang="en-US"/>
              <a:t>Click icon to add picture</a:t>
            </a:r>
            <a:endParaRPr lang="en-US" dirty="0"/>
          </a:p>
        </p:txBody>
      </p:sp>
      <p:sp>
        <p:nvSpPr>
          <p:cNvPr id="15" name="Text Placeholder 20">
            <a:extLst>
              <a:ext uri="{FF2B5EF4-FFF2-40B4-BE49-F238E27FC236}">
                <a16:creationId xmlns:a16="http://schemas.microsoft.com/office/drawing/2014/main" id="{99B6060F-8C38-5C36-BCF1-620E2F4AF90F}"/>
              </a:ext>
            </a:extLst>
          </p:cNvPr>
          <p:cNvSpPr>
            <a:spLocks noGrp="1"/>
          </p:cNvSpPr>
          <p:nvPr>
            <p:ph type="body" sz="quarter" idx="20" hasCustomPrompt="1"/>
          </p:nvPr>
        </p:nvSpPr>
        <p:spPr>
          <a:xfrm>
            <a:off x="8188559" y="5138927"/>
            <a:ext cx="2939689" cy="921596"/>
          </a:xfrm>
        </p:spPr>
        <p:txBody>
          <a:bodyPr lIns="0" tIns="0" rIns="0" bIns="0"/>
          <a:lstStyle>
            <a:lvl1pPr marL="0" indent="0">
              <a:buClr>
                <a:schemeClr val="bg1"/>
              </a:buClr>
              <a:buFont typeface="Courier New" panose="02070309020205020404" pitchFamily="49" charset="0"/>
              <a:buNone/>
              <a:defRPr sz="1400" b="0" i="0">
                <a:solidFill>
                  <a:schemeClr val="bg1"/>
                </a:solidFill>
                <a:latin typeface="+mn-lt"/>
                <a:cs typeface="Mangal" panose="02040503050203030202" pitchFamily="18" charset="0"/>
              </a:defRPr>
            </a:lvl1pPr>
            <a:lvl2pPr marL="457200" indent="0">
              <a:buClr>
                <a:schemeClr val="bg1"/>
              </a:buClr>
              <a:buFont typeface="Courier New" panose="02070309020205020404" pitchFamily="49" charset="0"/>
              <a:buNone/>
              <a:defRPr sz="1400" b="0" i="0">
                <a:solidFill>
                  <a:schemeClr val="bg1"/>
                </a:solidFill>
                <a:latin typeface="+mn-lt"/>
                <a:cs typeface="Mangal" panose="02040503050203030202" pitchFamily="18" charset="0"/>
              </a:defRPr>
            </a:lvl2pPr>
            <a:lvl3pPr marL="914400" indent="0">
              <a:buClr>
                <a:schemeClr val="bg1"/>
              </a:buClr>
              <a:buFont typeface="Courier New" panose="02070309020205020404" pitchFamily="49" charset="0"/>
              <a:buNone/>
              <a:defRPr sz="1400" b="0" i="0">
                <a:solidFill>
                  <a:schemeClr val="bg1"/>
                </a:solidFill>
                <a:latin typeface="+mn-lt"/>
                <a:cs typeface="Mangal" panose="02040503050203030202" pitchFamily="18" charset="0"/>
              </a:defRPr>
            </a:lvl3pPr>
            <a:lvl4pPr marL="1371600" indent="0">
              <a:buClr>
                <a:schemeClr val="bg1"/>
              </a:buClr>
              <a:buFont typeface="Courier New" panose="02070309020205020404" pitchFamily="49" charset="0"/>
              <a:buNone/>
              <a:defRPr sz="1400" b="0" i="0">
                <a:solidFill>
                  <a:schemeClr val="bg1"/>
                </a:solidFill>
                <a:latin typeface="+mn-lt"/>
                <a:cs typeface="Mangal" panose="02040503050203030202" pitchFamily="18" charset="0"/>
              </a:defRPr>
            </a:lvl4pPr>
            <a:lvl5pPr marL="1828800" indent="0">
              <a:buClr>
                <a:schemeClr val="bg1"/>
              </a:buClr>
              <a:buFont typeface="Courier New" panose="02070309020205020404" pitchFamily="49" charset="0"/>
              <a:buNone/>
              <a:defRPr sz="1400" b="0" i="0">
                <a:solidFill>
                  <a:schemeClr val="bg1"/>
                </a:solidFill>
                <a:latin typeface="+mn-lt"/>
                <a:cs typeface="Mangal" panose="02040503050203030202" pitchFamily="18" charset="0"/>
              </a:defRPr>
            </a:lvl5pPr>
          </a:lstStyle>
          <a:p>
            <a:pPr lvl="0"/>
            <a:r>
              <a:rPr lang="en-US" dirty="0"/>
              <a:t>Click to add text</a:t>
            </a:r>
          </a:p>
        </p:txBody>
      </p:sp>
      <p:sp>
        <p:nvSpPr>
          <p:cNvPr id="8" name="Slide Number Placeholder 4">
            <a:extLst>
              <a:ext uri="{FF2B5EF4-FFF2-40B4-BE49-F238E27FC236}">
                <a16:creationId xmlns:a16="http://schemas.microsoft.com/office/drawing/2014/main" id="{A1792EFA-4352-DAB4-158E-53F26C8A0C65}"/>
              </a:ext>
            </a:extLst>
          </p:cNvPr>
          <p:cNvSpPr>
            <a:spLocks noGrp="1"/>
          </p:cNvSpPr>
          <p:nvPr>
            <p:ph type="sldNum" sz="quarter" idx="12"/>
          </p:nvPr>
        </p:nvSpPr>
        <p:spPr>
          <a:xfrm>
            <a:off x="11298350" y="6243403"/>
            <a:ext cx="720499" cy="279400"/>
          </a:xfrm>
        </p:spPr>
        <p:txBody>
          <a:bodyPr/>
          <a:lstStyle>
            <a:lvl1pPr algn="ctr">
              <a:defRPr sz="2800" b="1" i="1">
                <a:solidFill>
                  <a:schemeClr val="bg1"/>
                </a:solidFill>
                <a:latin typeface="+mj-lt"/>
                <a:ea typeface="MS PMincho" panose="02020600040205080304" pitchFamily="18" charset="-128"/>
                <a:cs typeface="Mangal" panose="02040503050203030202" pitchFamily="18" charset="0"/>
              </a:defRPr>
            </a:lvl1p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16585395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Picture, and Content">
    <p:bg>
      <p:bgPr>
        <a:solidFill>
          <a:schemeClr val="tx1"/>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C91152F-5BDA-D61B-1CCF-A86EFB6F5540}"/>
              </a:ext>
            </a:extLst>
          </p:cNvPr>
          <p:cNvSpPr>
            <a:spLocks noGrp="1"/>
          </p:cNvSpPr>
          <p:nvPr>
            <p:ph type="title" hasCustomPrompt="1"/>
          </p:nvPr>
        </p:nvSpPr>
        <p:spPr>
          <a:xfrm>
            <a:off x="6482084" y="890015"/>
            <a:ext cx="3091684" cy="1938529"/>
          </a:xfrm>
        </p:spPr>
        <p:txBody>
          <a:bodyPr lIns="0" tIns="0" rIns="0" bIns="0" anchor="b"/>
          <a:lstStyle>
            <a:lvl1pPr algn="l">
              <a:lnSpc>
                <a:spcPct val="75000"/>
              </a:lnSpc>
              <a:defRPr sz="4800" b="0" i="0" cap="all" spc="0" baseline="0">
                <a:solidFill>
                  <a:schemeClr val="bg1"/>
                </a:solidFill>
                <a:latin typeface="+mj-lt"/>
                <a:ea typeface="MS PMincho" panose="02020600040205080304" pitchFamily="18" charset="-128"/>
                <a:cs typeface="Mangal" panose="02040503050203030202" pitchFamily="18" charset="0"/>
              </a:defRPr>
            </a:lvl1pPr>
          </a:lstStyle>
          <a:p>
            <a:r>
              <a:rPr lang="en-US" dirty="0"/>
              <a:t>Add title</a:t>
            </a:r>
          </a:p>
        </p:txBody>
      </p:sp>
      <p:sp>
        <p:nvSpPr>
          <p:cNvPr id="14" name="Footer Placeholder 3">
            <a:extLst>
              <a:ext uri="{FF2B5EF4-FFF2-40B4-BE49-F238E27FC236}">
                <a16:creationId xmlns:a16="http://schemas.microsoft.com/office/drawing/2014/main" id="{3A4E705D-525A-81AA-338A-E8C4405FA80B}"/>
              </a:ext>
            </a:extLst>
          </p:cNvPr>
          <p:cNvSpPr>
            <a:spLocks noGrp="1"/>
          </p:cNvSpPr>
          <p:nvPr>
            <p:ph type="ftr" sz="quarter" idx="11"/>
          </p:nvPr>
        </p:nvSpPr>
        <p:spPr>
          <a:xfrm rot="16200000">
            <a:off x="-2009849" y="3308393"/>
            <a:ext cx="5170509" cy="333752"/>
          </a:xfrm>
        </p:spPr>
        <p:txBody>
          <a:bodyPr/>
          <a:lstStyle>
            <a:lvl1pPr algn="ctr">
              <a:defRPr cap="all" baseline="0">
                <a:solidFill>
                  <a:schemeClr val="bg1"/>
                </a:solidFill>
                <a:latin typeface="+mn-lt"/>
                <a:ea typeface="Dotum" panose="020B0600000101010101" pitchFamily="34" charset="-127"/>
                <a:cs typeface="Mangal" panose="02040503050203030202" pitchFamily="18" charset="0"/>
              </a:defRPr>
            </a:lvl1pPr>
          </a:lstStyle>
          <a:p>
            <a:r>
              <a:rPr lang="en-US" dirty="0"/>
              <a:t>Click to add Footer</a:t>
            </a:r>
          </a:p>
        </p:txBody>
      </p:sp>
      <p:grpSp>
        <p:nvGrpSpPr>
          <p:cNvPr id="9" name="Group 8">
            <a:extLst>
              <a:ext uri="{FF2B5EF4-FFF2-40B4-BE49-F238E27FC236}">
                <a16:creationId xmlns:a16="http://schemas.microsoft.com/office/drawing/2014/main" id="{3522E8A7-C256-4D0D-38F5-744CC21A3F1B}"/>
              </a:ext>
              <a:ext uri="{C183D7F6-B498-43B3-948B-1728B52AA6E4}">
                <adec:decorative xmlns:adec="http://schemas.microsoft.com/office/drawing/2017/decorative" val="1"/>
              </a:ext>
            </a:extLst>
          </p:cNvPr>
          <p:cNvGrpSpPr/>
          <p:nvPr userDrawn="1"/>
        </p:nvGrpSpPr>
        <p:grpSpPr>
          <a:xfrm>
            <a:off x="11613628" y="335197"/>
            <a:ext cx="89941" cy="314793"/>
            <a:chOff x="5538866" y="1851285"/>
            <a:chExt cx="89941" cy="314793"/>
          </a:xfrm>
          <a:solidFill>
            <a:schemeClr val="bg1"/>
          </a:solidFill>
        </p:grpSpPr>
        <p:sp>
          <p:nvSpPr>
            <p:cNvPr id="10" name="Oval 9">
              <a:extLst>
                <a:ext uri="{FF2B5EF4-FFF2-40B4-BE49-F238E27FC236}">
                  <a16:creationId xmlns:a16="http://schemas.microsoft.com/office/drawing/2014/main" id="{7194A7E3-B379-7E79-0952-AF4C6A614000}"/>
                </a:ext>
              </a:extLst>
            </p:cNvPr>
            <p:cNvSpPr/>
            <p:nvPr userDrawn="1"/>
          </p:nvSpPr>
          <p:spPr>
            <a:xfrm>
              <a:off x="5538866" y="1851285"/>
              <a:ext cx="89941" cy="8994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716CD3AC-CC76-8555-8E6F-C480301CF8B9}"/>
                </a:ext>
              </a:extLst>
            </p:cNvPr>
            <p:cNvSpPr/>
            <p:nvPr userDrawn="1"/>
          </p:nvSpPr>
          <p:spPr>
            <a:xfrm>
              <a:off x="5538866" y="2076137"/>
              <a:ext cx="89941" cy="8994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cxnSp>
        <p:nvCxnSpPr>
          <p:cNvPr id="12" name="Straight Connector 11">
            <a:extLst>
              <a:ext uri="{FF2B5EF4-FFF2-40B4-BE49-F238E27FC236}">
                <a16:creationId xmlns:a16="http://schemas.microsoft.com/office/drawing/2014/main" id="{C24A05F7-5B34-541E-2738-B83DA06E5C30}"/>
              </a:ext>
              <a:ext uri="{C183D7F6-B498-43B3-948B-1728B52AA6E4}">
                <adec:decorative xmlns:adec="http://schemas.microsoft.com/office/drawing/2017/decorative" val="1"/>
              </a:ext>
            </a:extLst>
          </p:cNvPr>
          <p:cNvCxnSpPr>
            <a:cxnSpLocks/>
          </p:cNvCxnSpPr>
          <p:nvPr userDrawn="1"/>
        </p:nvCxnSpPr>
        <p:spPr>
          <a:xfrm>
            <a:off x="11658599" y="890016"/>
            <a:ext cx="0" cy="517050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5" name="Group 24">
            <a:extLst>
              <a:ext uri="{FF2B5EF4-FFF2-40B4-BE49-F238E27FC236}">
                <a16:creationId xmlns:a16="http://schemas.microsoft.com/office/drawing/2014/main" id="{49BB1C6E-F2CD-1DED-4142-D5222335150C}"/>
              </a:ext>
              <a:ext uri="{C183D7F6-B498-43B3-948B-1728B52AA6E4}">
                <adec:decorative xmlns:adec="http://schemas.microsoft.com/office/drawing/2017/decorative" val="1"/>
              </a:ext>
            </a:extLst>
          </p:cNvPr>
          <p:cNvGrpSpPr/>
          <p:nvPr userDrawn="1"/>
        </p:nvGrpSpPr>
        <p:grpSpPr>
          <a:xfrm>
            <a:off x="530436" y="6223933"/>
            <a:ext cx="89941" cy="314793"/>
            <a:chOff x="5538866" y="1851285"/>
            <a:chExt cx="89941" cy="314793"/>
          </a:xfrm>
          <a:noFill/>
        </p:grpSpPr>
        <p:sp>
          <p:nvSpPr>
            <p:cNvPr id="26" name="Oval 25">
              <a:extLst>
                <a:ext uri="{FF2B5EF4-FFF2-40B4-BE49-F238E27FC236}">
                  <a16:creationId xmlns:a16="http://schemas.microsoft.com/office/drawing/2014/main" id="{DC2674DE-70B7-1DB1-C9EA-ECDEDE00980F}"/>
                </a:ext>
              </a:extLst>
            </p:cNvPr>
            <p:cNvSpPr/>
            <p:nvPr userDrawn="1"/>
          </p:nvSpPr>
          <p:spPr>
            <a:xfrm>
              <a:off x="5538866" y="1851285"/>
              <a:ext cx="89941" cy="89941"/>
            </a:xfrm>
            <a:prstGeom prst="ellipse">
              <a:avLst/>
            </a:prstGeom>
            <a:gr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Oval 26">
              <a:extLst>
                <a:ext uri="{FF2B5EF4-FFF2-40B4-BE49-F238E27FC236}">
                  <a16:creationId xmlns:a16="http://schemas.microsoft.com/office/drawing/2014/main" id="{37F3A17F-5078-CA09-1C2A-A278DF540EB2}"/>
                </a:ext>
              </a:extLst>
            </p:cNvPr>
            <p:cNvSpPr/>
            <p:nvPr userDrawn="1"/>
          </p:nvSpPr>
          <p:spPr>
            <a:xfrm>
              <a:off x="5538866" y="2076137"/>
              <a:ext cx="89941" cy="89941"/>
            </a:xfrm>
            <a:prstGeom prst="ellipse">
              <a:avLst/>
            </a:prstGeom>
            <a:gr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 name="Picture Placeholder 11" descr="picture placeholder">
            <a:extLst>
              <a:ext uri="{FF2B5EF4-FFF2-40B4-BE49-F238E27FC236}">
                <a16:creationId xmlns:a16="http://schemas.microsoft.com/office/drawing/2014/main" id="{C74EC289-9E3B-2A85-FFCE-107B0E3B585D}"/>
              </a:ext>
            </a:extLst>
          </p:cNvPr>
          <p:cNvSpPr>
            <a:spLocks noGrp="1"/>
          </p:cNvSpPr>
          <p:nvPr>
            <p:ph type="pic" sz="quarter" idx="16"/>
          </p:nvPr>
        </p:nvSpPr>
        <p:spPr>
          <a:xfrm>
            <a:off x="1220826" y="1"/>
            <a:ext cx="4785234" cy="6858000"/>
          </a:xfrm>
        </p:spPr>
        <p:txBody>
          <a:bodyPr/>
          <a:lstStyle>
            <a:lvl1pPr marL="0" indent="0">
              <a:buNone/>
              <a:defRPr sz="1400">
                <a:solidFill>
                  <a:schemeClr val="bg1"/>
                </a:solidFill>
                <a:latin typeface="+mn-lt"/>
                <a:ea typeface="Dotum" panose="020B0600000101010101" pitchFamily="34" charset="-127"/>
              </a:defRPr>
            </a:lvl1pPr>
          </a:lstStyle>
          <a:p>
            <a:r>
              <a:rPr lang="en-US"/>
              <a:t>Click icon to add picture</a:t>
            </a:r>
            <a:endParaRPr lang="en-US" dirty="0"/>
          </a:p>
        </p:txBody>
      </p:sp>
      <p:sp>
        <p:nvSpPr>
          <p:cNvPr id="17" name="Text Placeholder 20">
            <a:extLst>
              <a:ext uri="{FF2B5EF4-FFF2-40B4-BE49-F238E27FC236}">
                <a16:creationId xmlns:a16="http://schemas.microsoft.com/office/drawing/2014/main" id="{BABDA1A4-3206-A325-2576-C4DB8737BB3A}"/>
              </a:ext>
            </a:extLst>
          </p:cNvPr>
          <p:cNvSpPr>
            <a:spLocks noGrp="1"/>
          </p:cNvSpPr>
          <p:nvPr>
            <p:ph type="body" sz="quarter" idx="14" hasCustomPrompt="1"/>
          </p:nvPr>
        </p:nvSpPr>
        <p:spPr>
          <a:xfrm>
            <a:off x="7636834" y="3438143"/>
            <a:ext cx="3439598" cy="2631523"/>
          </a:xfrm>
        </p:spPr>
        <p:txBody>
          <a:bodyPr lIns="0" tIns="0" rIns="0" bIns="0"/>
          <a:lstStyle>
            <a:lvl1pPr marL="285750" indent="-285750">
              <a:buClr>
                <a:schemeClr val="bg1"/>
              </a:buClr>
              <a:buFont typeface="Courier New" panose="02070309020205020404" pitchFamily="49" charset="0"/>
              <a:buChar char="o"/>
              <a:defRPr sz="1400" b="0" i="0">
                <a:solidFill>
                  <a:schemeClr val="bg1"/>
                </a:solidFill>
                <a:latin typeface="+mn-lt"/>
                <a:cs typeface="Mangal" panose="02040503050203030202" pitchFamily="18" charset="0"/>
              </a:defRPr>
            </a:lvl1pPr>
            <a:lvl2pPr marL="742950" indent="-285750">
              <a:buClr>
                <a:schemeClr val="bg1"/>
              </a:buClr>
              <a:buFont typeface="Courier New" panose="02070309020205020404" pitchFamily="49" charset="0"/>
              <a:buChar char="o"/>
              <a:defRPr sz="1400" b="0" i="0">
                <a:solidFill>
                  <a:schemeClr val="bg1"/>
                </a:solidFill>
                <a:latin typeface="+mn-lt"/>
                <a:cs typeface="Mangal" panose="02040503050203030202" pitchFamily="18" charset="0"/>
              </a:defRPr>
            </a:lvl2pPr>
            <a:lvl3pPr marL="1200150" indent="-285750">
              <a:buClr>
                <a:schemeClr val="bg1"/>
              </a:buClr>
              <a:buFont typeface="Courier New" panose="02070309020205020404" pitchFamily="49" charset="0"/>
              <a:buChar char="o"/>
              <a:defRPr sz="1400" b="0" i="0">
                <a:solidFill>
                  <a:schemeClr val="bg1"/>
                </a:solidFill>
                <a:latin typeface="+mn-lt"/>
                <a:cs typeface="Mangal" panose="02040503050203030202" pitchFamily="18" charset="0"/>
              </a:defRPr>
            </a:lvl3pPr>
            <a:lvl4pPr marL="1543050" indent="-171450">
              <a:buClr>
                <a:schemeClr val="bg1"/>
              </a:buClr>
              <a:buFont typeface="Courier New" panose="02070309020205020404" pitchFamily="49" charset="0"/>
              <a:buChar char="o"/>
              <a:defRPr sz="1400" b="0" i="0">
                <a:solidFill>
                  <a:schemeClr val="bg1"/>
                </a:solidFill>
                <a:latin typeface="+mn-lt"/>
                <a:cs typeface="Mangal" panose="02040503050203030202" pitchFamily="18" charset="0"/>
              </a:defRPr>
            </a:lvl4pPr>
            <a:lvl5pPr marL="2000250" indent="-171450">
              <a:buClr>
                <a:schemeClr val="bg1"/>
              </a:buClr>
              <a:buFont typeface="Courier New" panose="02070309020205020404" pitchFamily="49" charset="0"/>
              <a:buChar char="o"/>
              <a:defRPr sz="1400" b="0" i="0">
                <a:solidFill>
                  <a:schemeClr val="bg1"/>
                </a:solidFill>
                <a:latin typeface="+mn-lt"/>
                <a:cs typeface="Mangal" panose="02040503050203030202" pitchFamily="18" charset="0"/>
              </a:defRPr>
            </a:lvl5pPr>
          </a:lstStyle>
          <a:p>
            <a:pPr lvl="0"/>
            <a:r>
              <a:rPr lang="en-US" dirty="0"/>
              <a:t>Click to add text</a:t>
            </a:r>
          </a:p>
        </p:txBody>
      </p:sp>
      <p:sp>
        <p:nvSpPr>
          <p:cNvPr id="8" name="Slide Number Placeholder 4">
            <a:extLst>
              <a:ext uri="{FF2B5EF4-FFF2-40B4-BE49-F238E27FC236}">
                <a16:creationId xmlns:a16="http://schemas.microsoft.com/office/drawing/2014/main" id="{A1792EFA-4352-DAB4-158E-53F26C8A0C65}"/>
              </a:ext>
            </a:extLst>
          </p:cNvPr>
          <p:cNvSpPr>
            <a:spLocks noGrp="1"/>
          </p:cNvSpPr>
          <p:nvPr>
            <p:ph type="sldNum" sz="quarter" idx="12"/>
          </p:nvPr>
        </p:nvSpPr>
        <p:spPr>
          <a:xfrm>
            <a:off x="11298350" y="6243403"/>
            <a:ext cx="720499" cy="279400"/>
          </a:xfrm>
        </p:spPr>
        <p:txBody>
          <a:bodyPr/>
          <a:lstStyle>
            <a:lvl1pPr algn="ctr">
              <a:defRPr sz="2800" b="1" i="1">
                <a:solidFill>
                  <a:schemeClr val="bg1"/>
                </a:solidFill>
                <a:latin typeface="+mj-lt"/>
                <a:ea typeface="MS PMincho" panose="02020600040205080304" pitchFamily="18" charset="-128"/>
                <a:cs typeface="Mangal" panose="02040503050203030202" pitchFamily="18" charset="0"/>
              </a:defRPr>
            </a:lvl1p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27168918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wo picture">
    <p:bg>
      <p:bgPr>
        <a:solidFill>
          <a:schemeClr val="tx1"/>
        </a:solidFill>
        <a:effectLst/>
      </p:bgPr>
    </p:bg>
    <p:spTree>
      <p:nvGrpSpPr>
        <p:cNvPr id="1" name=""/>
        <p:cNvGrpSpPr/>
        <p:nvPr/>
      </p:nvGrpSpPr>
      <p:grpSpPr>
        <a:xfrm>
          <a:off x="0" y="0"/>
          <a:ext cx="0" cy="0"/>
          <a:chOff x="0" y="0"/>
          <a:chExt cx="0" cy="0"/>
        </a:xfrm>
      </p:grpSpPr>
      <p:sp>
        <p:nvSpPr>
          <p:cNvPr id="13" name="Picture Placeholder 11" descr="picture placeholder">
            <a:extLst>
              <a:ext uri="{FF2B5EF4-FFF2-40B4-BE49-F238E27FC236}">
                <a16:creationId xmlns:a16="http://schemas.microsoft.com/office/drawing/2014/main" id="{007489C8-C2F6-7874-81E6-FAF3CB72CD35}"/>
              </a:ext>
            </a:extLst>
          </p:cNvPr>
          <p:cNvSpPr>
            <a:spLocks noGrp="1"/>
          </p:cNvSpPr>
          <p:nvPr>
            <p:ph type="pic" sz="quarter" idx="19"/>
          </p:nvPr>
        </p:nvSpPr>
        <p:spPr>
          <a:xfrm>
            <a:off x="4782575" y="1634085"/>
            <a:ext cx="2941845" cy="3191257"/>
          </a:xfrm>
        </p:spPr>
        <p:txBody>
          <a:bodyPr/>
          <a:lstStyle>
            <a:lvl1pPr marL="0" indent="0">
              <a:buNone/>
              <a:defRPr sz="1400">
                <a:solidFill>
                  <a:schemeClr val="bg1"/>
                </a:solidFill>
                <a:latin typeface="+mn-lt"/>
                <a:ea typeface="Dotum" panose="020B0600000101010101" pitchFamily="34" charset="-127"/>
              </a:defRPr>
            </a:lvl1pPr>
          </a:lstStyle>
          <a:p>
            <a:r>
              <a:rPr lang="en-US"/>
              <a:t>Click icon to add picture</a:t>
            </a:r>
            <a:endParaRPr lang="en-US" dirty="0"/>
          </a:p>
        </p:txBody>
      </p:sp>
      <p:sp>
        <p:nvSpPr>
          <p:cNvPr id="7" name="Title 1">
            <a:extLst>
              <a:ext uri="{FF2B5EF4-FFF2-40B4-BE49-F238E27FC236}">
                <a16:creationId xmlns:a16="http://schemas.microsoft.com/office/drawing/2014/main" id="{0C91152F-5BDA-D61B-1CCF-A86EFB6F5540}"/>
              </a:ext>
            </a:extLst>
          </p:cNvPr>
          <p:cNvSpPr>
            <a:spLocks noGrp="1"/>
          </p:cNvSpPr>
          <p:nvPr>
            <p:ph type="title" hasCustomPrompt="1"/>
          </p:nvPr>
        </p:nvSpPr>
        <p:spPr>
          <a:xfrm>
            <a:off x="1079075" y="560048"/>
            <a:ext cx="4622471" cy="2384319"/>
          </a:xfrm>
        </p:spPr>
        <p:txBody>
          <a:bodyPr lIns="0" tIns="0" rIns="0" bIns="0" anchor="ctr"/>
          <a:lstStyle>
            <a:lvl1pPr algn="l">
              <a:lnSpc>
                <a:spcPct val="75000"/>
              </a:lnSpc>
              <a:defRPr sz="4800" b="0" i="0" cap="all" spc="-150" baseline="0">
                <a:solidFill>
                  <a:schemeClr val="bg1"/>
                </a:solidFill>
                <a:latin typeface="+mj-lt"/>
                <a:ea typeface="MS PMincho" panose="02020600040205080304" pitchFamily="18" charset="-128"/>
                <a:cs typeface="Mangal" panose="02040503050203030202" pitchFamily="18" charset="0"/>
              </a:defRPr>
            </a:lvl1pPr>
          </a:lstStyle>
          <a:p>
            <a:r>
              <a:rPr lang="en-US" dirty="0"/>
              <a:t>Add title</a:t>
            </a:r>
          </a:p>
        </p:txBody>
      </p:sp>
      <p:sp>
        <p:nvSpPr>
          <p:cNvPr id="14" name="Footer Placeholder 3">
            <a:extLst>
              <a:ext uri="{FF2B5EF4-FFF2-40B4-BE49-F238E27FC236}">
                <a16:creationId xmlns:a16="http://schemas.microsoft.com/office/drawing/2014/main" id="{3A4E705D-525A-81AA-338A-E8C4405FA80B}"/>
              </a:ext>
            </a:extLst>
          </p:cNvPr>
          <p:cNvSpPr>
            <a:spLocks noGrp="1"/>
          </p:cNvSpPr>
          <p:nvPr>
            <p:ph type="ftr" sz="quarter" idx="11"/>
          </p:nvPr>
        </p:nvSpPr>
        <p:spPr>
          <a:xfrm rot="16200000">
            <a:off x="-2009849" y="3308393"/>
            <a:ext cx="5170509" cy="333752"/>
          </a:xfrm>
        </p:spPr>
        <p:txBody>
          <a:bodyPr/>
          <a:lstStyle>
            <a:lvl1pPr algn="ctr">
              <a:defRPr cap="all" baseline="0">
                <a:solidFill>
                  <a:schemeClr val="bg1"/>
                </a:solidFill>
                <a:latin typeface="+mn-lt"/>
                <a:ea typeface="Dotum" panose="020B0600000101010101" pitchFamily="34" charset="-127"/>
                <a:cs typeface="Mangal" panose="02040503050203030202" pitchFamily="18" charset="0"/>
              </a:defRPr>
            </a:lvl1pPr>
          </a:lstStyle>
          <a:p>
            <a:r>
              <a:rPr lang="en-US" dirty="0"/>
              <a:t>Click to add Footer</a:t>
            </a:r>
          </a:p>
        </p:txBody>
      </p:sp>
      <p:sp>
        <p:nvSpPr>
          <p:cNvPr id="15" name="Text Placeholder 20">
            <a:extLst>
              <a:ext uri="{FF2B5EF4-FFF2-40B4-BE49-F238E27FC236}">
                <a16:creationId xmlns:a16="http://schemas.microsoft.com/office/drawing/2014/main" id="{A41ABB58-FB44-EE86-1061-E95F87391708}"/>
              </a:ext>
            </a:extLst>
          </p:cNvPr>
          <p:cNvSpPr>
            <a:spLocks noGrp="1"/>
          </p:cNvSpPr>
          <p:nvPr>
            <p:ph type="body" sz="quarter" idx="20" hasCustomPrompt="1"/>
          </p:nvPr>
        </p:nvSpPr>
        <p:spPr>
          <a:xfrm>
            <a:off x="1079076" y="3089598"/>
            <a:ext cx="3577916" cy="493776"/>
          </a:xfrm>
        </p:spPr>
        <p:txBody>
          <a:bodyPr lIns="0" tIns="0" rIns="0" bIns="0"/>
          <a:lstStyle>
            <a:lvl1pPr marL="0" indent="0">
              <a:buClr>
                <a:schemeClr val="bg1"/>
              </a:buClr>
              <a:buFont typeface="Courier New" panose="02070309020205020404" pitchFamily="49" charset="0"/>
              <a:buNone/>
              <a:defRPr sz="1400" b="0" i="0" cap="all" baseline="0">
                <a:solidFill>
                  <a:schemeClr val="bg1"/>
                </a:solidFill>
                <a:latin typeface="+mn-lt"/>
                <a:cs typeface="Mangal" panose="02040503050203030202" pitchFamily="18" charset="0"/>
              </a:defRPr>
            </a:lvl1pPr>
            <a:lvl2pPr marL="742950" indent="-285750">
              <a:buClr>
                <a:schemeClr val="bg1"/>
              </a:buClr>
              <a:buFont typeface="Courier New" panose="02070309020205020404" pitchFamily="49" charset="0"/>
              <a:buChar char="o"/>
              <a:defRPr sz="1400" b="0" i="0">
                <a:solidFill>
                  <a:schemeClr val="bg1"/>
                </a:solidFill>
                <a:latin typeface="+mn-lt"/>
                <a:cs typeface="Mangal" panose="02040503050203030202" pitchFamily="18" charset="0"/>
              </a:defRPr>
            </a:lvl2pPr>
            <a:lvl3pPr marL="1200150" indent="-285750">
              <a:buClr>
                <a:schemeClr val="bg1"/>
              </a:buClr>
              <a:buFont typeface="Courier New" panose="02070309020205020404" pitchFamily="49" charset="0"/>
              <a:buChar char="o"/>
              <a:defRPr sz="1400" b="0" i="0">
                <a:solidFill>
                  <a:schemeClr val="bg1"/>
                </a:solidFill>
                <a:latin typeface="+mn-lt"/>
                <a:cs typeface="Mangal" panose="02040503050203030202" pitchFamily="18" charset="0"/>
              </a:defRPr>
            </a:lvl3pPr>
            <a:lvl4pPr marL="1543050" indent="-171450">
              <a:buClr>
                <a:schemeClr val="bg1"/>
              </a:buClr>
              <a:buFont typeface="Courier New" panose="02070309020205020404" pitchFamily="49" charset="0"/>
              <a:buChar char="o"/>
              <a:defRPr sz="1400" b="0" i="0">
                <a:solidFill>
                  <a:schemeClr val="bg1"/>
                </a:solidFill>
                <a:latin typeface="+mn-lt"/>
                <a:cs typeface="Mangal" panose="02040503050203030202" pitchFamily="18" charset="0"/>
              </a:defRPr>
            </a:lvl4pPr>
            <a:lvl5pPr marL="2000250" indent="-171450">
              <a:buClr>
                <a:schemeClr val="bg1"/>
              </a:buClr>
              <a:buFont typeface="Courier New" panose="02070309020205020404" pitchFamily="49" charset="0"/>
              <a:buChar char="o"/>
              <a:defRPr sz="1400" b="0" i="0">
                <a:solidFill>
                  <a:schemeClr val="bg1"/>
                </a:solidFill>
                <a:latin typeface="+mn-lt"/>
                <a:cs typeface="Mangal" panose="02040503050203030202" pitchFamily="18" charset="0"/>
              </a:defRPr>
            </a:lvl5pPr>
          </a:lstStyle>
          <a:p>
            <a:pPr lvl="0"/>
            <a:r>
              <a:rPr lang="en-US" dirty="0"/>
              <a:t>Click to add subtitle</a:t>
            </a:r>
          </a:p>
        </p:txBody>
      </p:sp>
      <p:sp>
        <p:nvSpPr>
          <p:cNvPr id="17" name="Text Placeholder 20">
            <a:extLst>
              <a:ext uri="{FF2B5EF4-FFF2-40B4-BE49-F238E27FC236}">
                <a16:creationId xmlns:a16="http://schemas.microsoft.com/office/drawing/2014/main" id="{BABDA1A4-3206-A325-2576-C4DB8737BB3A}"/>
              </a:ext>
            </a:extLst>
          </p:cNvPr>
          <p:cNvSpPr>
            <a:spLocks noGrp="1"/>
          </p:cNvSpPr>
          <p:nvPr>
            <p:ph type="body" sz="quarter" idx="14" hasCustomPrompt="1"/>
          </p:nvPr>
        </p:nvSpPr>
        <p:spPr>
          <a:xfrm>
            <a:off x="1079076" y="3631142"/>
            <a:ext cx="2721367" cy="2631523"/>
          </a:xfrm>
        </p:spPr>
        <p:txBody>
          <a:bodyPr lIns="0" tIns="0" rIns="0" bIns="0"/>
          <a:lstStyle>
            <a:lvl1pPr marL="0" indent="0">
              <a:buClr>
                <a:schemeClr val="bg1"/>
              </a:buClr>
              <a:buFont typeface="Courier New" panose="02070309020205020404" pitchFamily="49" charset="0"/>
              <a:buNone/>
              <a:defRPr sz="1400" b="0" i="0">
                <a:solidFill>
                  <a:schemeClr val="bg1"/>
                </a:solidFill>
                <a:latin typeface="+mn-lt"/>
                <a:cs typeface="Mangal" panose="02040503050203030202" pitchFamily="18" charset="0"/>
              </a:defRPr>
            </a:lvl1pPr>
            <a:lvl2pPr marL="742950" indent="-285750">
              <a:buClr>
                <a:schemeClr val="bg1"/>
              </a:buClr>
              <a:buFont typeface="Courier New" panose="02070309020205020404" pitchFamily="49" charset="0"/>
              <a:buChar char="o"/>
              <a:defRPr sz="1400" b="0" i="0">
                <a:solidFill>
                  <a:schemeClr val="bg1"/>
                </a:solidFill>
                <a:latin typeface="+mn-lt"/>
                <a:cs typeface="Mangal" panose="02040503050203030202" pitchFamily="18" charset="0"/>
              </a:defRPr>
            </a:lvl2pPr>
            <a:lvl3pPr marL="1200150" indent="-285750">
              <a:buClr>
                <a:schemeClr val="bg1"/>
              </a:buClr>
              <a:buFont typeface="Courier New" panose="02070309020205020404" pitchFamily="49" charset="0"/>
              <a:buChar char="o"/>
              <a:defRPr sz="1400" b="0" i="0">
                <a:solidFill>
                  <a:schemeClr val="bg1"/>
                </a:solidFill>
                <a:latin typeface="+mn-lt"/>
                <a:cs typeface="Mangal" panose="02040503050203030202" pitchFamily="18" charset="0"/>
              </a:defRPr>
            </a:lvl3pPr>
            <a:lvl4pPr marL="1543050" indent="-171450">
              <a:buClr>
                <a:schemeClr val="bg1"/>
              </a:buClr>
              <a:buFont typeface="Courier New" panose="02070309020205020404" pitchFamily="49" charset="0"/>
              <a:buChar char="o"/>
              <a:defRPr sz="1400" b="0" i="0">
                <a:solidFill>
                  <a:schemeClr val="bg1"/>
                </a:solidFill>
                <a:latin typeface="+mn-lt"/>
                <a:cs typeface="Mangal" panose="02040503050203030202" pitchFamily="18" charset="0"/>
              </a:defRPr>
            </a:lvl4pPr>
            <a:lvl5pPr marL="2000250" indent="-171450">
              <a:buClr>
                <a:schemeClr val="bg1"/>
              </a:buClr>
              <a:buFont typeface="Courier New" panose="02070309020205020404" pitchFamily="49" charset="0"/>
              <a:buChar char="o"/>
              <a:defRPr sz="1400" b="0" i="0">
                <a:solidFill>
                  <a:schemeClr val="bg1"/>
                </a:solidFill>
                <a:latin typeface="+mn-lt"/>
                <a:cs typeface="Mangal" panose="02040503050203030202" pitchFamily="18" charset="0"/>
              </a:defRPr>
            </a:lvl5pPr>
          </a:lstStyle>
          <a:p>
            <a:pPr lvl="0"/>
            <a:r>
              <a:rPr lang="en-US" dirty="0"/>
              <a:t>Click to add text</a:t>
            </a:r>
          </a:p>
        </p:txBody>
      </p:sp>
      <p:sp>
        <p:nvSpPr>
          <p:cNvPr id="5" name="Text Placeholder 20">
            <a:extLst>
              <a:ext uri="{FF2B5EF4-FFF2-40B4-BE49-F238E27FC236}">
                <a16:creationId xmlns:a16="http://schemas.microsoft.com/office/drawing/2014/main" id="{28C33102-C0D9-31A0-A7A1-2BAC395320A6}"/>
              </a:ext>
            </a:extLst>
          </p:cNvPr>
          <p:cNvSpPr>
            <a:spLocks noGrp="1"/>
          </p:cNvSpPr>
          <p:nvPr>
            <p:ph type="body" sz="quarter" idx="17" hasCustomPrompt="1"/>
          </p:nvPr>
        </p:nvSpPr>
        <p:spPr>
          <a:xfrm>
            <a:off x="4705640" y="5285084"/>
            <a:ext cx="3095716" cy="939292"/>
          </a:xfrm>
        </p:spPr>
        <p:txBody>
          <a:bodyPr lIns="0" tIns="0" rIns="0" bIns="0"/>
          <a:lstStyle>
            <a:lvl1pPr marL="0" indent="0">
              <a:buClr>
                <a:schemeClr val="bg1"/>
              </a:buClr>
              <a:buFont typeface="Courier New" panose="02070309020205020404" pitchFamily="49" charset="0"/>
              <a:buNone/>
              <a:defRPr sz="1400" b="0" i="0">
                <a:solidFill>
                  <a:schemeClr val="bg1"/>
                </a:solidFill>
                <a:latin typeface="+mn-lt"/>
                <a:cs typeface="Mangal" panose="02040503050203030202" pitchFamily="18" charset="0"/>
              </a:defRPr>
            </a:lvl1pPr>
            <a:lvl2pPr marL="742950" indent="-285750">
              <a:buClr>
                <a:schemeClr val="bg1"/>
              </a:buClr>
              <a:buFont typeface="Courier New" panose="02070309020205020404" pitchFamily="49" charset="0"/>
              <a:buChar char="o"/>
              <a:defRPr sz="1400" b="0" i="0">
                <a:solidFill>
                  <a:schemeClr val="bg1"/>
                </a:solidFill>
                <a:latin typeface="+mn-lt"/>
                <a:cs typeface="Mangal" panose="02040503050203030202" pitchFamily="18" charset="0"/>
              </a:defRPr>
            </a:lvl2pPr>
            <a:lvl3pPr marL="1200150" indent="-285750">
              <a:buClr>
                <a:schemeClr val="bg1"/>
              </a:buClr>
              <a:buFont typeface="Courier New" panose="02070309020205020404" pitchFamily="49" charset="0"/>
              <a:buChar char="o"/>
              <a:defRPr sz="1400" b="0" i="0">
                <a:solidFill>
                  <a:schemeClr val="bg1"/>
                </a:solidFill>
                <a:latin typeface="+mn-lt"/>
                <a:cs typeface="Mangal" panose="02040503050203030202" pitchFamily="18" charset="0"/>
              </a:defRPr>
            </a:lvl3pPr>
            <a:lvl4pPr marL="1543050" indent="-171450">
              <a:buClr>
                <a:schemeClr val="bg1"/>
              </a:buClr>
              <a:buFont typeface="Courier New" panose="02070309020205020404" pitchFamily="49" charset="0"/>
              <a:buChar char="o"/>
              <a:defRPr sz="1400" b="0" i="0">
                <a:solidFill>
                  <a:schemeClr val="bg1"/>
                </a:solidFill>
                <a:latin typeface="+mn-lt"/>
                <a:cs typeface="Mangal" panose="02040503050203030202" pitchFamily="18" charset="0"/>
              </a:defRPr>
            </a:lvl4pPr>
            <a:lvl5pPr marL="2000250" indent="-171450">
              <a:buClr>
                <a:schemeClr val="bg1"/>
              </a:buClr>
              <a:buFont typeface="Courier New" panose="02070309020205020404" pitchFamily="49" charset="0"/>
              <a:buChar char="o"/>
              <a:defRPr sz="1400" b="0" i="0">
                <a:solidFill>
                  <a:schemeClr val="bg1"/>
                </a:solidFill>
                <a:latin typeface="+mn-lt"/>
                <a:cs typeface="Mangal" panose="02040503050203030202" pitchFamily="18" charset="0"/>
              </a:defRPr>
            </a:lvl5pPr>
          </a:lstStyle>
          <a:p>
            <a:pPr lvl="0"/>
            <a:r>
              <a:rPr lang="en-US" dirty="0"/>
              <a:t>Click to add text</a:t>
            </a:r>
          </a:p>
        </p:txBody>
      </p:sp>
      <p:sp>
        <p:nvSpPr>
          <p:cNvPr id="2" name="Picture Placeholder 11" descr="picture placeholder">
            <a:extLst>
              <a:ext uri="{FF2B5EF4-FFF2-40B4-BE49-F238E27FC236}">
                <a16:creationId xmlns:a16="http://schemas.microsoft.com/office/drawing/2014/main" id="{C74EC289-9E3B-2A85-FFCE-107B0E3B585D}"/>
              </a:ext>
            </a:extLst>
          </p:cNvPr>
          <p:cNvSpPr>
            <a:spLocks noGrp="1"/>
          </p:cNvSpPr>
          <p:nvPr>
            <p:ph type="pic" sz="quarter" idx="16"/>
          </p:nvPr>
        </p:nvSpPr>
        <p:spPr>
          <a:xfrm>
            <a:off x="8193024" y="1634086"/>
            <a:ext cx="2941845" cy="3191257"/>
          </a:xfrm>
        </p:spPr>
        <p:txBody>
          <a:bodyPr/>
          <a:lstStyle>
            <a:lvl1pPr marL="0" indent="0">
              <a:buNone/>
              <a:defRPr sz="1400">
                <a:solidFill>
                  <a:schemeClr val="bg1"/>
                </a:solidFill>
                <a:latin typeface="+mn-lt"/>
                <a:ea typeface="Dotum" panose="020B0600000101010101" pitchFamily="34" charset="-127"/>
              </a:defRPr>
            </a:lvl1pPr>
          </a:lstStyle>
          <a:p>
            <a:r>
              <a:rPr lang="en-US"/>
              <a:t>Click icon to add picture</a:t>
            </a:r>
            <a:endParaRPr lang="en-US" dirty="0"/>
          </a:p>
        </p:txBody>
      </p:sp>
      <p:sp>
        <p:nvSpPr>
          <p:cNvPr id="6" name="Text Placeholder 20">
            <a:extLst>
              <a:ext uri="{FF2B5EF4-FFF2-40B4-BE49-F238E27FC236}">
                <a16:creationId xmlns:a16="http://schemas.microsoft.com/office/drawing/2014/main" id="{F5D171A2-DD04-FA64-A705-BE5D0C937E16}"/>
              </a:ext>
            </a:extLst>
          </p:cNvPr>
          <p:cNvSpPr>
            <a:spLocks noGrp="1"/>
          </p:cNvSpPr>
          <p:nvPr>
            <p:ph type="body" sz="quarter" idx="18" hasCustomPrompt="1"/>
          </p:nvPr>
        </p:nvSpPr>
        <p:spPr>
          <a:xfrm>
            <a:off x="8116088" y="5285084"/>
            <a:ext cx="3095716" cy="939292"/>
          </a:xfrm>
        </p:spPr>
        <p:txBody>
          <a:bodyPr lIns="0" tIns="0" rIns="0" bIns="0"/>
          <a:lstStyle>
            <a:lvl1pPr marL="0" indent="0">
              <a:buClr>
                <a:schemeClr val="bg1"/>
              </a:buClr>
              <a:buFont typeface="Courier New" panose="02070309020205020404" pitchFamily="49" charset="0"/>
              <a:buNone/>
              <a:defRPr sz="1400" b="0" i="0">
                <a:solidFill>
                  <a:schemeClr val="bg1"/>
                </a:solidFill>
                <a:latin typeface="+mn-lt"/>
                <a:cs typeface="Mangal" panose="02040503050203030202" pitchFamily="18" charset="0"/>
              </a:defRPr>
            </a:lvl1pPr>
            <a:lvl2pPr marL="742950" indent="-285750">
              <a:buClr>
                <a:schemeClr val="bg1"/>
              </a:buClr>
              <a:buFont typeface="Courier New" panose="02070309020205020404" pitchFamily="49" charset="0"/>
              <a:buChar char="o"/>
              <a:defRPr sz="1400" b="0" i="0">
                <a:solidFill>
                  <a:schemeClr val="bg1"/>
                </a:solidFill>
                <a:latin typeface="+mn-lt"/>
                <a:cs typeface="Mangal" panose="02040503050203030202" pitchFamily="18" charset="0"/>
              </a:defRPr>
            </a:lvl2pPr>
            <a:lvl3pPr marL="1200150" indent="-285750">
              <a:buClr>
                <a:schemeClr val="bg1"/>
              </a:buClr>
              <a:buFont typeface="Courier New" panose="02070309020205020404" pitchFamily="49" charset="0"/>
              <a:buChar char="o"/>
              <a:defRPr sz="1400" b="0" i="0">
                <a:solidFill>
                  <a:schemeClr val="bg1"/>
                </a:solidFill>
                <a:latin typeface="+mn-lt"/>
                <a:cs typeface="Mangal" panose="02040503050203030202" pitchFamily="18" charset="0"/>
              </a:defRPr>
            </a:lvl3pPr>
            <a:lvl4pPr marL="1543050" indent="-171450">
              <a:buClr>
                <a:schemeClr val="bg1"/>
              </a:buClr>
              <a:buFont typeface="Courier New" panose="02070309020205020404" pitchFamily="49" charset="0"/>
              <a:buChar char="o"/>
              <a:defRPr sz="1400" b="0" i="0">
                <a:solidFill>
                  <a:schemeClr val="bg1"/>
                </a:solidFill>
                <a:latin typeface="+mn-lt"/>
                <a:cs typeface="Mangal" panose="02040503050203030202" pitchFamily="18" charset="0"/>
              </a:defRPr>
            </a:lvl4pPr>
            <a:lvl5pPr marL="2000250" indent="-171450">
              <a:buClr>
                <a:schemeClr val="bg1"/>
              </a:buClr>
              <a:buFont typeface="Courier New" panose="02070309020205020404" pitchFamily="49" charset="0"/>
              <a:buChar char="o"/>
              <a:defRPr sz="1400" b="0" i="0">
                <a:solidFill>
                  <a:schemeClr val="bg1"/>
                </a:solidFill>
                <a:latin typeface="+mn-lt"/>
                <a:cs typeface="Mangal" panose="02040503050203030202" pitchFamily="18" charset="0"/>
              </a:defRPr>
            </a:lvl5pPr>
          </a:lstStyle>
          <a:p>
            <a:pPr lvl="0"/>
            <a:r>
              <a:rPr lang="en-US" dirty="0"/>
              <a:t>Click to add text</a:t>
            </a:r>
          </a:p>
        </p:txBody>
      </p:sp>
      <p:grpSp>
        <p:nvGrpSpPr>
          <p:cNvPr id="9" name="Group 8">
            <a:extLst>
              <a:ext uri="{FF2B5EF4-FFF2-40B4-BE49-F238E27FC236}">
                <a16:creationId xmlns:a16="http://schemas.microsoft.com/office/drawing/2014/main" id="{3522E8A7-C256-4D0D-38F5-744CC21A3F1B}"/>
              </a:ext>
              <a:ext uri="{C183D7F6-B498-43B3-948B-1728B52AA6E4}">
                <adec:decorative xmlns:adec="http://schemas.microsoft.com/office/drawing/2017/decorative" val="1"/>
              </a:ext>
            </a:extLst>
          </p:cNvPr>
          <p:cNvGrpSpPr/>
          <p:nvPr userDrawn="1"/>
        </p:nvGrpSpPr>
        <p:grpSpPr>
          <a:xfrm>
            <a:off x="11613628" y="335197"/>
            <a:ext cx="89941" cy="314793"/>
            <a:chOff x="5538866" y="1851285"/>
            <a:chExt cx="89941" cy="314793"/>
          </a:xfrm>
          <a:solidFill>
            <a:schemeClr val="bg1"/>
          </a:solidFill>
        </p:grpSpPr>
        <p:sp>
          <p:nvSpPr>
            <p:cNvPr id="10" name="Oval 9">
              <a:extLst>
                <a:ext uri="{FF2B5EF4-FFF2-40B4-BE49-F238E27FC236}">
                  <a16:creationId xmlns:a16="http://schemas.microsoft.com/office/drawing/2014/main" id="{7194A7E3-B379-7E79-0952-AF4C6A614000}"/>
                </a:ext>
              </a:extLst>
            </p:cNvPr>
            <p:cNvSpPr/>
            <p:nvPr userDrawn="1"/>
          </p:nvSpPr>
          <p:spPr>
            <a:xfrm>
              <a:off x="5538866" y="1851285"/>
              <a:ext cx="89941" cy="8994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716CD3AC-CC76-8555-8E6F-C480301CF8B9}"/>
                </a:ext>
              </a:extLst>
            </p:cNvPr>
            <p:cNvSpPr/>
            <p:nvPr userDrawn="1"/>
          </p:nvSpPr>
          <p:spPr>
            <a:xfrm>
              <a:off x="5538866" y="2076137"/>
              <a:ext cx="89941" cy="8994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cxnSp>
        <p:nvCxnSpPr>
          <p:cNvPr id="12" name="Straight Connector 11">
            <a:extLst>
              <a:ext uri="{FF2B5EF4-FFF2-40B4-BE49-F238E27FC236}">
                <a16:creationId xmlns:a16="http://schemas.microsoft.com/office/drawing/2014/main" id="{C24A05F7-5B34-541E-2738-B83DA06E5C30}"/>
              </a:ext>
              <a:ext uri="{C183D7F6-B498-43B3-948B-1728B52AA6E4}">
                <adec:decorative xmlns:adec="http://schemas.microsoft.com/office/drawing/2017/decorative" val="1"/>
              </a:ext>
            </a:extLst>
          </p:cNvPr>
          <p:cNvCxnSpPr>
            <a:cxnSpLocks/>
          </p:cNvCxnSpPr>
          <p:nvPr userDrawn="1"/>
        </p:nvCxnSpPr>
        <p:spPr>
          <a:xfrm>
            <a:off x="11658599" y="890016"/>
            <a:ext cx="0" cy="517050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5" name="Group 24">
            <a:extLst>
              <a:ext uri="{FF2B5EF4-FFF2-40B4-BE49-F238E27FC236}">
                <a16:creationId xmlns:a16="http://schemas.microsoft.com/office/drawing/2014/main" id="{49BB1C6E-F2CD-1DED-4142-D5222335150C}"/>
              </a:ext>
              <a:ext uri="{C183D7F6-B498-43B3-948B-1728B52AA6E4}">
                <adec:decorative xmlns:adec="http://schemas.microsoft.com/office/drawing/2017/decorative" val="1"/>
              </a:ext>
            </a:extLst>
          </p:cNvPr>
          <p:cNvGrpSpPr/>
          <p:nvPr userDrawn="1"/>
        </p:nvGrpSpPr>
        <p:grpSpPr>
          <a:xfrm>
            <a:off x="530436" y="6223933"/>
            <a:ext cx="89941" cy="314793"/>
            <a:chOff x="5538866" y="1851285"/>
            <a:chExt cx="89941" cy="314793"/>
          </a:xfrm>
          <a:noFill/>
        </p:grpSpPr>
        <p:sp>
          <p:nvSpPr>
            <p:cNvPr id="26" name="Oval 25">
              <a:extLst>
                <a:ext uri="{FF2B5EF4-FFF2-40B4-BE49-F238E27FC236}">
                  <a16:creationId xmlns:a16="http://schemas.microsoft.com/office/drawing/2014/main" id="{DC2674DE-70B7-1DB1-C9EA-ECDEDE00980F}"/>
                </a:ext>
              </a:extLst>
            </p:cNvPr>
            <p:cNvSpPr/>
            <p:nvPr userDrawn="1"/>
          </p:nvSpPr>
          <p:spPr>
            <a:xfrm>
              <a:off x="5538866" y="1851285"/>
              <a:ext cx="89941" cy="89941"/>
            </a:xfrm>
            <a:prstGeom prst="ellipse">
              <a:avLst/>
            </a:prstGeom>
            <a:gr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Oval 26">
              <a:extLst>
                <a:ext uri="{FF2B5EF4-FFF2-40B4-BE49-F238E27FC236}">
                  <a16:creationId xmlns:a16="http://schemas.microsoft.com/office/drawing/2014/main" id="{37F3A17F-5078-CA09-1C2A-A278DF540EB2}"/>
                </a:ext>
              </a:extLst>
            </p:cNvPr>
            <p:cNvSpPr/>
            <p:nvPr userDrawn="1"/>
          </p:nvSpPr>
          <p:spPr>
            <a:xfrm>
              <a:off x="5538866" y="2076137"/>
              <a:ext cx="89941" cy="89941"/>
            </a:xfrm>
            <a:prstGeom prst="ellipse">
              <a:avLst/>
            </a:prstGeom>
            <a:gr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8" name="Slide Number Placeholder 4">
            <a:extLst>
              <a:ext uri="{FF2B5EF4-FFF2-40B4-BE49-F238E27FC236}">
                <a16:creationId xmlns:a16="http://schemas.microsoft.com/office/drawing/2014/main" id="{A1792EFA-4352-DAB4-158E-53F26C8A0C65}"/>
              </a:ext>
            </a:extLst>
          </p:cNvPr>
          <p:cNvSpPr>
            <a:spLocks noGrp="1"/>
          </p:cNvSpPr>
          <p:nvPr>
            <p:ph type="sldNum" sz="quarter" idx="12"/>
          </p:nvPr>
        </p:nvSpPr>
        <p:spPr>
          <a:xfrm>
            <a:off x="11298350" y="6243403"/>
            <a:ext cx="720499" cy="279400"/>
          </a:xfrm>
        </p:spPr>
        <p:txBody>
          <a:bodyPr/>
          <a:lstStyle>
            <a:lvl1pPr algn="ctr">
              <a:defRPr sz="2800" b="1" i="1">
                <a:solidFill>
                  <a:schemeClr val="bg1"/>
                </a:solidFill>
                <a:latin typeface="+mj-lt"/>
                <a:ea typeface="MS PMincho" panose="02020600040205080304" pitchFamily="18" charset="-128"/>
                <a:cs typeface="Mangal" panose="02040503050203030202" pitchFamily="18" charset="0"/>
              </a:defRPr>
            </a:lvl1p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5010831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Collage">
    <p:bg>
      <p:bgPr>
        <a:solidFill>
          <a:schemeClr val="tx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3522E8A7-C256-4D0D-38F5-744CC21A3F1B}"/>
              </a:ext>
              <a:ext uri="{C183D7F6-B498-43B3-948B-1728B52AA6E4}">
                <adec:decorative xmlns:adec="http://schemas.microsoft.com/office/drawing/2017/decorative" val="1"/>
              </a:ext>
            </a:extLst>
          </p:cNvPr>
          <p:cNvGrpSpPr/>
          <p:nvPr userDrawn="1"/>
        </p:nvGrpSpPr>
        <p:grpSpPr>
          <a:xfrm>
            <a:off x="11613628" y="335197"/>
            <a:ext cx="89941" cy="314793"/>
            <a:chOff x="5538866" y="1851285"/>
            <a:chExt cx="89941" cy="314793"/>
          </a:xfrm>
          <a:solidFill>
            <a:schemeClr val="bg1"/>
          </a:solidFill>
        </p:grpSpPr>
        <p:sp>
          <p:nvSpPr>
            <p:cNvPr id="10" name="Oval 9">
              <a:extLst>
                <a:ext uri="{FF2B5EF4-FFF2-40B4-BE49-F238E27FC236}">
                  <a16:creationId xmlns:a16="http://schemas.microsoft.com/office/drawing/2014/main" id="{7194A7E3-B379-7E79-0952-AF4C6A614000}"/>
                </a:ext>
              </a:extLst>
            </p:cNvPr>
            <p:cNvSpPr/>
            <p:nvPr userDrawn="1"/>
          </p:nvSpPr>
          <p:spPr>
            <a:xfrm>
              <a:off x="5538866" y="1851285"/>
              <a:ext cx="89941" cy="8994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716CD3AC-CC76-8555-8E6F-C480301CF8B9}"/>
                </a:ext>
              </a:extLst>
            </p:cNvPr>
            <p:cNvSpPr/>
            <p:nvPr userDrawn="1"/>
          </p:nvSpPr>
          <p:spPr>
            <a:xfrm>
              <a:off x="5538866" y="2076137"/>
              <a:ext cx="89941" cy="8994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cxnSp>
        <p:nvCxnSpPr>
          <p:cNvPr id="12" name="Straight Connector 11">
            <a:extLst>
              <a:ext uri="{FF2B5EF4-FFF2-40B4-BE49-F238E27FC236}">
                <a16:creationId xmlns:a16="http://schemas.microsoft.com/office/drawing/2014/main" id="{C24A05F7-5B34-541E-2738-B83DA06E5C30}"/>
              </a:ext>
              <a:ext uri="{C183D7F6-B498-43B3-948B-1728B52AA6E4}">
                <adec:decorative xmlns:adec="http://schemas.microsoft.com/office/drawing/2017/decorative" val="1"/>
              </a:ext>
            </a:extLst>
          </p:cNvPr>
          <p:cNvCxnSpPr>
            <a:cxnSpLocks/>
          </p:cNvCxnSpPr>
          <p:nvPr userDrawn="1"/>
        </p:nvCxnSpPr>
        <p:spPr>
          <a:xfrm>
            <a:off x="11658599" y="890016"/>
            <a:ext cx="0" cy="204935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5" name="Group 24">
            <a:extLst>
              <a:ext uri="{FF2B5EF4-FFF2-40B4-BE49-F238E27FC236}">
                <a16:creationId xmlns:a16="http://schemas.microsoft.com/office/drawing/2014/main" id="{49BB1C6E-F2CD-1DED-4142-D5222335150C}"/>
              </a:ext>
              <a:ext uri="{C183D7F6-B498-43B3-948B-1728B52AA6E4}">
                <adec:decorative xmlns:adec="http://schemas.microsoft.com/office/drawing/2017/decorative" val="1"/>
              </a:ext>
            </a:extLst>
          </p:cNvPr>
          <p:cNvGrpSpPr/>
          <p:nvPr userDrawn="1"/>
        </p:nvGrpSpPr>
        <p:grpSpPr>
          <a:xfrm>
            <a:off x="530436" y="6223933"/>
            <a:ext cx="89941" cy="314793"/>
            <a:chOff x="5538866" y="1851285"/>
            <a:chExt cx="89941" cy="314793"/>
          </a:xfrm>
          <a:noFill/>
        </p:grpSpPr>
        <p:sp>
          <p:nvSpPr>
            <p:cNvPr id="26" name="Oval 25">
              <a:extLst>
                <a:ext uri="{FF2B5EF4-FFF2-40B4-BE49-F238E27FC236}">
                  <a16:creationId xmlns:a16="http://schemas.microsoft.com/office/drawing/2014/main" id="{DC2674DE-70B7-1DB1-C9EA-ECDEDE00980F}"/>
                </a:ext>
              </a:extLst>
            </p:cNvPr>
            <p:cNvSpPr/>
            <p:nvPr userDrawn="1"/>
          </p:nvSpPr>
          <p:spPr>
            <a:xfrm>
              <a:off x="5538866" y="1851285"/>
              <a:ext cx="89941" cy="89941"/>
            </a:xfrm>
            <a:prstGeom prst="ellipse">
              <a:avLst/>
            </a:prstGeom>
            <a:gr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Oval 26">
              <a:extLst>
                <a:ext uri="{FF2B5EF4-FFF2-40B4-BE49-F238E27FC236}">
                  <a16:creationId xmlns:a16="http://schemas.microsoft.com/office/drawing/2014/main" id="{37F3A17F-5078-CA09-1C2A-A278DF540EB2}"/>
                </a:ext>
              </a:extLst>
            </p:cNvPr>
            <p:cNvSpPr/>
            <p:nvPr userDrawn="1"/>
          </p:nvSpPr>
          <p:spPr>
            <a:xfrm>
              <a:off x="5538866" y="2076137"/>
              <a:ext cx="89941" cy="89941"/>
            </a:xfrm>
            <a:prstGeom prst="ellipse">
              <a:avLst/>
            </a:prstGeom>
            <a:gr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5" name="Title 1">
            <a:extLst>
              <a:ext uri="{FF2B5EF4-FFF2-40B4-BE49-F238E27FC236}">
                <a16:creationId xmlns:a16="http://schemas.microsoft.com/office/drawing/2014/main" id="{D1BC8852-D44A-D95C-9A79-F92DD4EC2F1C}"/>
              </a:ext>
            </a:extLst>
          </p:cNvPr>
          <p:cNvSpPr>
            <a:spLocks noGrp="1"/>
          </p:cNvSpPr>
          <p:nvPr>
            <p:ph type="title" hasCustomPrompt="1"/>
          </p:nvPr>
        </p:nvSpPr>
        <p:spPr>
          <a:xfrm>
            <a:off x="1242131" y="425139"/>
            <a:ext cx="3164770" cy="2403406"/>
          </a:xfrm>
        </p:spPr>
        <p:txBody>
          <a:bodyPr lIns="0" tIns="0" rIns="0" bIns="0" anchor="b"/>
          <a:lstStyle>
            <a:lvl1pPr algn="l">
              <a:lnSpc>
                <a:spcPct val="75000"/>
              </a:lnSpc>
              <a:defRPr sz="4800" b="0" i="0" cap="all" spc="-150" baseline="0">
                <a:solidFill>
                  <a:schemeClr val="bg1"/>
                </a:solidFill>
                <a:latin typeface="+mj-lt"/>
                <a:ea typeface="MS PMincho" panose="02020600040205080304" pitchFamily="18" charset="-128"/>
                <a:cs typeface="Mangal" panose="02040503050203030202" pitchFamily="18" charset="0"/>
              </a:defRPr>
            </a:lvl1pPr>
          </a:lstStyle>
          <a:p>
            <a:r>
              <a:rPr lang="en-US" dirty="0"/>
              <a:t>Add title</a:t>
            </a:r>
          </a:p>
        </p:txBody>
      </p:sp>
      <p:sp>
        <p:nvSpPr>
          <p:cNvPr id="14" name="Footer Placeholder 3">
            <a:extLst>
              <a:ext uri="{FF2B5EF4-FFF2-40B4-BE49-F238E27FC236}">
                <a16:creationId xmlns:a16="http://schemas.microsoft.com/office/drawing/2014/main" id="{3A4E705D-525A-81AA-338A-E8C4405FA80B}"/>
              </a:ext>
            </a:extLst>
          </p:cNvPr>
          <p:cNvSpPr>
            <a:spLocks noGrp="1"/>
          </p:cNvSpPr>
          <p:nvPr>
            <p:ph type="ftr" sz="quarter" idx="11"/>
          </p:nvPr>
        </p:nvSpPr>
        <p:spPr>
          <a:xfrm rot="16200000">
            <a:off x="-2009849" y="3308393"/>
            <a:ext cx="5170509" cy="333752"/>
          </a:xfrm>
        </p:spPr>
        <p:txBody>
          <a:bodyPr/>
          <a:lstStyle>
            <a:lvl1pPr algn="ctr">
              <a:defRPr cap="all" baseline="0">
                <a:solidFill>
                  <a:schemeClr val="bg1"/>
                </a:solidFill>
                <a:latin typeface="+mn-lt"/>
                <a:ea typeface="Dotum" panose="020B0600000101010101" pitchFamily="34" charset="-127"/>
                <a:cs typeface="Mangal" panose="02040503050203030202" pitchFamily="18" charset="0"/>
              </a:defRPr>
            </a:lvl1pPr>
          </a:lstStyle>
          <a:p>
            <a:r>
              <a:rPr lang="en-US" dirty="0"/>
              <a:t>Click to add Footer</a:t>
            </a:r>
          </a:p>
        </p:txBody>
      </p:sp>
      <p:sp>
        <p:nvSpPr>
          <p:cNvPr id="16" name="Text Placeholder 20">
            <a:extLst>
              <a:ext uri="{FF2B5EF4-FFF2-40B4-BE49-F238E27FC236}">
                <a16:creationId xmlns:a16="http://schemas.microsoft.com/office/drawing/2014/main" id="{08E62040-BF32-845C-9224-98B69005FCF5}"/>
              </a:ext>
            </a:extLst>
          </p:cNvPr>
          <p:cNvSpPr>
            <a:spLocks noGrp="1"/>
          </p:cNvSpPr>
          <p:nvPr>
            <p:ph type="body" sz="quarter" idx="14" hasCustomPrompt="1"/>
          </p:nvPr>
        </p:nvSpPr>
        <p:spPr>
          <a:xfrm>
            <a:off x="1242130" y="3075681"/>
            <a:ext cx="3164764" cy="1376398"/>
          </a:xfrm>
        </p:spPr>
        <p:txBody>
          <a:bodyPr lIns="0" tIns="0" rIns="0" bIns="0"/>
          <a:lstStyle>
            <a:lvl1pPr marL="0" indent="0">
              <a:buClr>
                <a:schemeClr val="bg1"/>
              </a:buClr>
              <a:buFont typeface="Courier New" panose="02070309020205020404" pitchFamily="49" charset="0"/>
              <a:buNone/>
              <a:defRPr sz="1400" b="0" i="0">
                <a:solidFill>
                  <a:schemeClr val="bg1"/>
                </a:solidFill>
                <a:latin typeface="+mn-lt"/>
                <a:cs typeface="Mangal" panose="02040503050203030202" pitchFamily="18" charset="0"/>
              </a:defRPr>
            </a:lvl1pPr>
            <a:lvl2pPr marL="457200" indent="0">
              <a:buClr>
                <a:schemeClr val="bg1"/>
              </a:buClr>
              <a:buFont typeface="Courier New" panose="02070309020205020404" pitchFamily="49" charset="0"/>
              <a:buNone/>
              <a:defRPr sz="1400" b="0" i="0">
                <a:solidFill>
                  <a:schemeClr val="bg1"/>
                </a:solidFill>
                <a:latin typeface="+mn-lt"/>
                <a:cs typeface="Mangal" panose="02040503050203030202" pitchFamily="18" charset="0"/>
              </a:defRPr>
            </a:lvl2pPr>
            <a:lvl3pPr marL="914400" indent="0">
              <a:buClr>
                <a:schemeClr val="bg1"/>
              </a:buClr>
              <a:buFont typeface="Courier New" panose="02070309020205020404" pitchFamily="49" charset="0"/>
              <a:buNone/>
              <a:defRPr sz="1400" b="0" i="0">
                <a:solidFill>
                  <a:schemeClr val="bg1"/>
                </a:solidFill>
                <a:latin typeface="+mn-lt"/>
                <a:cs typeface="Mangal" panose="02040503050203030202" pitchFamily="18" charset="0"/>
              </a:defRPr>
            </a:lvl3pPr>
            <a:lvl4pPr marL="1371600" indent="0">
              <a:buClr>
                <a:schemeClr val="bg1"/>
              </a:buClr>
              <a:buFont typeface="Courier New" panose="02070309020205020404" pitchFamily="49" charset="0"/>
              <a:buNone/>
              <a:defRPr sz="1400" b="0" i="0">
                <a:solidFill>
                  <a:schemeClr val="bg1"/>
                </a:solidFill>
                <a:latin typeface="+mn-lt"/>
                <a:cs typeface="Mangal" panose="02040503050203030202" pitchFamily="18" charset="0"/>
              </a:defRPr>
            </a:lvl4pPr>
            <a:lvl5pPr marL="2000250" indent="-171450">
              <a:buClr>
                <a:schemeClr val="bg1"/>
              </a:buClr>
              <a:buFont typeface="Courier New" panose="02070309020205020404" pitchFamily="49" charset="0"/>
              <a:buChar char="o"/>
              <a:defRPr sz="1400" b="0" i="0">
                <a:solidFill>
                  <a:schemeClr val="bg1"/>
                </a:solidFill>
                <a:latin typeface="Mangal" panose="02040503050203030202" pitchFamily="18" charset="0"/>
                <a:cs typeface="Mangal" panose="02040503050203030202" pitchFamily="18" charset="0"/>
              </a:defRPr>
            </a:lvl5pPr>
          </a:lstStyle>
          <a:p>
            <a:pPr lvl="0"/>
            <a:r>
              <a:rPr lang="en-US" dirty="0"/>
              <a:t>Click to add text</a:t>
            </a:r>
          </a:p>
        </p:txBody>
      </p:sp>
      <p:sp>
        <p:nvSpPr>
          <p:cNvPr id="7" name="Picture Placeholder 11" descr="picture placeholder">
            <a:extLst>
              <a:ext uri="{FF2B5EF4-FFF2-40B4-BE49-F238E27FC236}">
                <a16:creationId xmlns:a16="http://schemas.microsoft.com/office/drawing/2014/main" id="{7D19173E-BF72-7982-B9A1-FE487C1188DB}"/>
              </a:ext>
            </a:extLst>
          </p:cNvPr>
          <p:cNvSpPr>
            <a:spLocks noGrp="1"/>
          </p:cNvSpPr>
          <p:nvPr>
            <p:ph type="pic" sz="quarter" idx="21"/>
          </p:nvPr>
        </p:nvSpPr>
        <p:spPr>
          <a:xfrm>
            <a:off x="1242131" y="4721601"/>
            <a:ext cx="3522392" cy="2136399"/>
          </a:xfrm>
        </p:spPr>
        <p:txBody>
          <a:bodyPr/>
          <a:lstStyle>
            <a:lvl1pPr marL="0" indent="0">
              <a:buNone/>
              <a:defRPr sz="1400">
                <a:solidFill>
                  <a:schemeClr val="bg1"/>
                </a:solidFill>
                <a:latin typeface="+mn-lt"/>
                <a:ea typeface="Dotum" panose="020B0600000101010101" pitchFamily="34" charset="-127"/>
              </a:defRPr>
            </a:lvl1pPr>
          </a:lstStyle>
          <a:p>
            <a:r>
              <a:rPr lang="en-US"/>
              <a:t>Click icon to add picture</a:t>
            </a:r>
            <a:endParaRPr lang="en-US" dirty="0"/>
          </a:p>
        </p:txBody>
      </p:sp>
      <p:sp>
        <p:nvSpPr>
          <p:cNvPr id="3" name="Picture Placeholder 11" descr="picture placeholder">
            <a:extLst>
              <a:ext uri="{FF2B5EF4-FFF2-40B4-BE49-F238E27FC236}">
                <a16:creationId xmlns:a16="http://schemas.microsoft.com/office/drawing/2014/main" id="{D51C203A-3A92-6BC5-A236-DBB70B517E71}"/>
              </a:ext>
            </a:extLst>
          </p:cNvPr>
          <p:cNvSpPr>
            <a:spLocks noGrp="1"/>
          </p:cNvSpPr>
          <p:nvPr>
            <p:ph type="pic" sz="quarter" idx="16"/>
          </p:nvPr>
        </p:nvSpPr>
        <p:spPr>
          <a:xfrm>
            <a:off x="4921959" y="1"/>
            <a:ext cx="3925538" cy="2933008"/>
          </a:xfrm>
        </p:spPr>
        <p:txBody>
          <a:bodyPr/>
          <a:lstStyle>
            <a:lvl1pPr marL="0" indent="0">
              <a:buNone/>
              <a:defRPr sz="1400">
                <a:solidFill>
                  <a:schemeClr val="bg1"/>
                </a:solidFill>
                <a:latin typeface="+mn-lt"/>
                <a:ea typeface="Dotum" panose="020B0600000101010101" pitchFamily="34" charset="-127"/>
              </a:defRPr>
            </a:lvl1pPr>
          </a:lstStyle>
          <a:p>
            <a:r>
              <a:rPr lang="en-US"/>
              <a:t>Click icon to add picture</a:t>
            </a:r>
            <a:endParaRPr lang="en-US" dirty="0"/>
          </a:p>
        </p:txBody>
      </p:sp>
      <p:sp>
        <p:nvSpPr>
          <p:cNvPr id="6" name="Picture Placeholder 11" descr="picture placeholder">
            <a:extLst>
              <a:ext uri="{FF2B5EF4-FFF2-40B4-BE49-F238E27FC236}">
                <a16:creationId xmlns:a16="http://schemas.microsoft.com/office/drawing/2014/main" id="{BA8C2200-B8F4-7A2E-4F97-B31B53D38A8C}"/>
              </a:ext>
            </a:extLst>
          </p:cNvPr>
          <p:cNvSpPr>
            <a:spLocks noGrp="1"/>
          </p:cNvSpPr>
          <p:nvPr>
            <p:ph type="pic" sz="quarter" idx="19"/>
          </p:nvPr>
        </p:nvSpPr>
        <p:spPr>
          <a:xfrm>
            <a:off x="4921959" y="3082045"/>
            <a:ext cx="2262279" cy="1465065"/>
          </a:xfrm>
        </p:spPr>
        <p:txBody>
          <a:bodyPr/>
          <a:lstStyle>
            <a:lvl1pPr marL="0" indent="0">
              <a:buNone/>
              <a:defRPr sz="1400">
                <a:solidFill>
                  <a:schemeClr val="bg1"/>
                </a:solidFill>
                <a:latin typeface="+mn-lt"/>
                <a:ea typeface="Dotum" panose="020B0600000101010101" pitchFamily="34" charset="-127"/>
              </a:defRPr>
            </a:lvl1pPr>
          </a:lstStyle>
          <a:p>
            <a:r>
              <a:rPr lang="en-US"/>
              <a:t>Click icon to add picture</a:t>
            </a:r>
            <a:endParaRPr lang="en-US" dirty="0"/>
          </a:p>
        </p:txBody>
      </p:sp>
      <p:sp>
        <p:nvSpPr>
          <p:cNvPr id="13" name="Picture Placeholder 11" descr="picture placeholder">
            <a:extLst>
              <a:ext uri="{FF2B5EF4-FFF2-40B4-BE49-F238E27FC236}">
                <a16:creationId xmlns:a16="http://schemas.microsoft.com/office/drawing/2014/main" id="{6290D66C-EBB5-C620-E71D-0FBB89C55769}"/>
              </a:ext>
            </a:extLst>
          </p:cNvPr>
          <p:cNvSpPr>
            <a:spLocks noGrp="1"/>
          </p:cNvSpPr>
          <p:nvPr>
            <p:ph type="pic" sz="quarter" idx="20"/>
          </p:nvPr>
        </p:nvSpPr>
        <p:spPr>
          <a:xfrm>
            <a:off x="4921959" y="4721601"/>
            <a:ext cx="2262279" cy="2136399"/>
          </a:xfrm>
        </p:spPr>
        <p:txBody>
          <a:bodyPr/>
          <a:lstStyle>
            <a:lvl1pPr marL="0" indent="0">
              <a:buNone/>
              <a:defRPr sz="1400">
                <a:solidFill>
                  <a:schemeClr val="bg1"/>
                </a:solidFill>
                <a:latin typeface="+mn-lt"/>
                <a:ea typeface="Dotum" panose="020B0600000101010101" pitchFamily="34" charset="-127"/>
              </a:defRPr>
            </a:lvl1pPr>
          </a:lstStyle>
          <a:p>
            <a:r>
              <a:rPr lang="en-US"/>
              <a:t>Click icon to add picture</a:t>
            </a:r>
            <a:endParaRPr lang="en-US" dirty="0"/>
          </a:p>
        </p:txBody>
      </p:sp>
      <p:sp>
        <p:nvSpPr>
          <p:cNvPr id="4" name="Picture Placeholder 11" descr="picture placeholder">
            <a:extLst>
              <a:ext uri="{FF2B5EF4-FFF2-40B4-BE49-F238E27FC236}">
                <a16:creationId xmlns:a16="http://schemas.microsoft.com/office/drawing/2014/main" id="{4AAF9077-F4CB-6EB4-F15E-CA235E89EBD9}"/>
              </a:ext>
            </a:extLst>
          </p:cNvPr>
          <p:cNvSpPr>
            <a:spLocks noGrp="1"/>
          </p:cNvSpPr>
          <p:nvPr>
            <p:ph type="pic" sz="quarter" idx="17"/>
          </p:nvPr>
        </p:nvSpPr>
        <p:spPr>
          <a:xfrm>
            <a:off x="8996534" y="335197"/>
            <a:ext cx="2301704" cy="2597810"/>
          </a:xfrm>
        </p:spPr>
        <p:txBody>
          <a:bodyPr/>
          <a:lstStyle>
            <a:lvl1pPr marL="0" indent="0">
              <a:buNone/>
              <a:defRPr sz="1400">
                <a:solidFill>
                  <a:schemeClr val="bg1"/>
                </a:solidFill>
                <a:latin typeface="+mn-lt"/>
                <a:ea typeface="Dotum" panose="020B0600000101010101" pitchFamily="34" charset="-127"/>
              </a:defRPr>
            </a:lvl1pPr>
          </a:lstStyle>
          <a:p>
            <a:r>
              <a:rPr lang="en-US"/>
              <a:t>Click icon to add picture</a:t>
            </a:r>
            <a:endParaRPr lang="en-US" dirty="0"/>
          </a:p>
        </p:txBody>
      </p:sp>
      <p:sp>
        <p:nvSpPr>
          <p:cNvPr id="5" name="Picture Placeholder 11" descr="picture placeholder">
            <a:extLst>
              <a:ext uri="{FF2B5EF4-FFF2-40B4-BE49-F238E27FC236}">
                <a16:creationId xmlns:a16="http://schemas.microsoft.com/office/drawing/2014/main" id="{720F3E71-0F7F-4FA9-5236-34EDD2EEC73F}"/>
              </a:ext>
            </a:extLst>
          </p:cNvPr>
          <p:cNvSpPr>
            <a:spLocks noGrp="1"/>
          </p:cNvSpPr>
          <p:nvPr>
            <p:ph type="pic" sz="quarter" idx="18"/>
          </p:nvPr>
        </p:nvSpPr>
        <p:spPr>
          <a:xfrm>
            <a:off x="7337475" y="3082045"/>
            <a:ext cx="4854525" cy="2978479"/>
          </a:xfrm>
        </p:spPr>
        <p:txBody>
          <a:bodyPr/>
          <a:lstStyle>
            <a:lvl1pPr marL="0" indent="0">
              <a:buNone/>
              <a:defRPr sz="1400">
                <a:solidFill>
                  <a:schemeClr val="bg1"/>
                </a:solidFill>
                <a:latin typeface="+mn-lt"/>
                <a:ea typeface="Dotum" panose="020B0600000101010101" pitchFamily="34" charset="-127"/>
              </a:defRPr>
            </a:lvl1pPr>
          </a:lstStyle>
          <a:p>
            <a:r>
              <a:rPr lang="en-US"/>
              <a:t>Click icon to add picture</a:t>
            </a:r>
            <a:endParaRPr lang="en-US" dirty="0"/>
          </a:p>
        </p:txBody>
      </p:sp>
      <p:sp>
        <p:nvSpPr>
          <p:cNvPr id="8" name="Slide Number Placeholder 4">
            <a:extLst>
              <a:ext uri="{FF2B5EF4-FFF2-40B4-BE49-F238E27FC236}">
                <a16:creationId xmlns:a16="http://schemas.microsoft.com/office/drawing/2014/main" id="{A1792EFA-4352-DAB4-158E-53F26C8A0C65}"/>
              </a:ext>
            </a:extLst>
          </p:cNvPr>
          <p:cNvSpPr>
            <a:spLocks noGrp="1"/>
          </p:cNvSpPr>
          <p:nvPr>
            <p:ph type="sldNum" sz="quarter" idx="12"/>
          </p:nvPr>
        </p:nvSpPr>
        <p:spPr>
          <a:xfrm>
            <a:off x="11298350" y="6243403"/>
            <a:ext cx="720499" cy="279400"/>
          </a:xfrm>
        </p:spPr>
        <p:txBody>
          <a:bodyPr/>
          <a:lstStyle>
            <a:lvl1pPr algn="ctr">
              <a:defRPr sz="2800" b="1" i="1">
                <a:solidFill>
                  <a:schemeClr val="bg1"/>
                </a:solidFill>
                <a:latin typeface="+mj-lt"/>
                <a:ea typeface="MS PMincho" panose="02020600040205080304" pitchFamily="18" charset="-128"/>
                <a:cs typeface="Mangal" panose="02040503050203030202" pitchFamily="18" charset="0"/>
              </a:defRPr>
            </a:lvl1p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17545843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Picture">
    <p:bg>
      <p:bgPr>
        <a:solidFill>
          <a:schemeClr val="tx1"/>
        </a:solidFill>
        <a:effectLst/>
      </p:bgPr>
    </p:bg>
    <p:spTree>
      <p:nvGrpSpPr>
        <p:cNvPr id="1" name=""/>
        <p:cNvGrpSpPr/>
        <p:nvPr/>
      </p:nvGrpSpPr>
      <p:grpSpPr>
        <a:xfrm>
          <a:off x="0" y="0"/>
          <a:ext cx="0" cy="0"/>
          <a:chOff x="0" y="0"/>
          <a:chExt cx="0" cy="0"/>
        </a:xfrm>
      </p:grpSpPr>
      <p:sp>
        <p:nvSpPr>
          <p:cNvPr id="2" name="Picture Placeholder 11" descr="picture placeholder">
            <a:extLst>
              <a:ext uri="{FF2B5EF4-FFF2-40B4-BE49-F238E27FC236}">
                <a16:creationId xmlns:a16="http://schemas.microsoft.com/office/drawing/2014/main" id="{C74EC289-9E3B-2A85-FFCE-107B0E3B585D}"/>
              </a:ext>
            </a:extLst>
          </p:cNvPr>
          <p:cNvSpPr>
            <a:spLocks noGrp="1"/>
          </p:cNvSpPr>
          <p:nvPr>
            <p:ph type="pic" sz="quarter" idx="16"/>
          </p:nvPr>
        </p:nvSpPr>
        <p:spPr>
          <a:xfrm>
            <a:off x="1228004" y="890011"/>
            <a:ext cx="10963996" cy="5170510"/>
          </a:xfrm>
        </p:spPr>
        <p:txBody>
          <a:bodyPr anchor="ctr"/>
          <a:lstStyle>
            <a:lvl1pPr marL="0" indent="0" algn="ctr">
              <a:buNone/>
              <a:defRPr sz="1400">
                <a:solidFill>
                  <a:schemeClr val="bg1"/>
                </a:solidFill>
                <a:latin typeface="+mn-lt"/>
                <a:ea typeface="Dotum" panose="020B0600000101010101" pitchFamily="34" charset="-127"/>
              </a:defRPr>
            </a:lvl1pPr>
          </a:lstStyle>
          <a:p>
            <a:r>
              <a:rPr lang="en-US"/>
              <a:t>Click icon to add picture</a:t>
            </a:r>
            <a:endParaRPr lang="en-US" dirty="0"/>
          </a:p>
        </p:txBody>
      </p:sp>
      <p:sp>
        <p:nvSpPr>
          <p:cNvPr id="3" name="Title 1">
            <a:extLst>
              <a:ext uri="{FF2B5EF4-FFF2-40B4-BE49-F238E27FC236}">
                <a16:creationId xmlns:a16="http://schemas.microsoft.com/office/drawing/2014/main" id="{DF9F0849-FB1F-B511-68E2-73CBF63D60F9}"/>
              </a:ext>
            </a:extLst>
          </p:cNvPr>
          <p:cNvSpPr>
            <a:spLocks noGrp="1"/>
          </p:cNvSpPr>
          <p:nvPr>
            <p:ph type="title" hasCustomPrompt="1"/>
          </p:nvPr>
        </p:nvSpPr>
        <p:spPr>
          <a:xfrm>
            <a:off x="1083196" y="649990"/>
            <a:ext cx="10126933" cy="425138"/>
          </a:xfrm>
        </p:spPr>
        <p:txBody>
          <a:bodyPr lIns="0" tIns="0" rIns="0" bIns="0" anchor="t"/>
          <a:lstStyle>
            <a:lvl1pPr algn="l">
              <a:lnSpc>
                <a:spcPct val="75000"/>
              </a:lnSpc>
              <a:defRPr sz="4800" b="0" i="0" spc="-150">
                <a:solidFill>
                  <a:schemeClr val="bg1"/>
                </a:solidFill>
                <a:latin typeface="+mj-lt"/>
                <a:ea typeface="MS PMincho" panose="02020600040205080304" pitchFamily="18" charset="-128"/>
                <a:cs typeface="Mangal" panose="02040503050203030202" pitchFamily="18" charset="0"/>
              </a:defRPr>
            </a:lvl1pPr>
          </a:lstStyle>
          <a:p>
            <a:r>
              <a:rPr lang="en-US" dirty="0"/>
              <a:t>Add title</a:t>
            </a:r>
          </a:p>
        </p:txBody>
      </p:sp>
      <p:sp>
        <p:nvSpPr>
          <p:cNvPr id="14" name="Footer Placeholder 3">
            <a:extLst>
              <a:ext uri="{FF2B5EF4-FFF2-40B4-BE49-F238E27FC236}">
                <a16:creationId xmlns:a16="http://schemas.microsoft.com/office/drawing/2014/main" id="{3A4E705D-525A-81AA-338A-E8C4405FA80B}"/>
              </a:ext>
            </a:extLst>
          </p:cNvPr>
          <p:cNvSpPr>
            <a:spLocks noGrp="1"/>
          </p:cNvSpPr>
          <p:nvPr>
            <p:ph type="ftr" sz="quarter" idx="11"/>
          </p:nvPr>
        </p:nvSpPr>
        <p:spPr>
          <a:xfrm rot="16200000">
            <a:off x="-2009849" y="3308393"/>
            <a:ext cx="5170509" cy="333752"/>
          </a:xfrm>
        </p:spPr>
        <p:txBody>
          <a:bodyPr/>
          <a:lstStyle>
            <a:lvl1pPr algn="ctr">
              <a:defRPr cap="all" baseline="0">
                <a:solidFill>
                  <a:schemeClr val="bg1"/>
                </a:solidFill>
                <a:latin typeface="+mn-lt"/>
                <a:ea typeface="Dotum" panose="020B0600000101010101" pitchFamily="34" charset="-127"/>
                <a:cs typeface="Mangal" panose="02040503050203030202" pitchFamily="18" charset="0"/>
              </a:defRPr>
            </a:lvl1pPr>
          </a:lstStyle>
          <a:p>
            <a:r>
              <a:rPr lang="en-US" dirty="0"/>
              <a:t>Click to add Footer</a:t>
            </a:r>
          </a:p>
        </p:txBody>
      </p:sp>
      <p:grpSp>
        <p:nvGrpSpPr>
          <p:cNvPr id="9" name="Group 8">
            <a:extLst>
              <a:ext uri="{FF2B5EF4-FFF2-40B4-BE49-F238E27FC236}">
                <a16:creationId xmlns:a16="http://schemas.microsoft.com/office/drawing/2014/main" id="{3522E8A7-C256-4D0D-38F5-744CC21A3F1B}"/>
              </a:ext>
              <a:ext uri="{C183D7F6-B498-43B3-948B-1728B52AA6E4}">
                <adec:decorative xmlns:adec="http://schemas.microsoft.com/office/drawing/2017/decorative" val="1"/>
              </a:ext>
            </a:extLst>
          </p:cNvPr>
          <p:cNvGrpSpPr/>
          <p:nvPr userDrawn="1"/>
        </p:nvGrpSpPr>
        <p:grpSpPr>
          <a:xfrm>
            <a:off x="11613628" y="335197"/>
            <a:ext cx="89941" cy="314793"/>
            <a:chOff x="5538866" y="1851285"/>
            <a:chExt cx="89941" cy="314793"/>
          </a:xfrm>
          <a:solidFill>
            <a:schemeClr val="bg1"/>
          </a:solidFill>
        </p:grpSpPr>
        <p:sp>
          <p:nvSpPr>
            <p:cNvPr id="10" name="Oval 9">
              <a:extLst>
                <a:ext uri="{FF2B5EF4-FFF2-40B4-BE49-F238E27FC236}">
                  <a16:creationId xmlns:a16="http://schemas.microsoft.com/office/drawing/2014/main" id="{7194A7E3-B379-7E79-0952-AF4C6A614000}"/>
                </a:ext>
              </a:extLst>
            </p:cNvPr>
            <p:cNvSpPr/>
            <p:nvPr userDrawn="1"/>
          </p:nvSpPr>
          <p:spPr>
            <a:xfrm>
              <a:off x="5538866" y="1851285"/>
              <a:ext cx="89941" cy="8994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716CD3AC-CC76-8555-8E6F-C480301CF8B9}"/>
                </a:ext>
              </a:extLst>
            </p:cNvPr>
            <p:cNvSpPr/>
            <p:nvPr userDrawn="1"/>
          </p:nvSpPr>
          <p:spPr>
            <a:xfrm>
              <a:off x="5538866" y="2076137"/>
              <a:ext cx="89941" cy="8994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cxnSp>
        <p:nvCxnSpPr>
          <p:cNvPr id="12" name="Straight Connector 11">
            <a:extLst>
              <a:ext uri="{FF2B5EF4-FFF2-40B4-BE49-F238E27FC236}">
                <a16:creationId xmlns:a16="http://schemas.microsoft.com/office/drawing/2014/main" id="{C24A05F7-5B34-541E-2738-B83DA06E5C30}"/>
              </a:ext>
              <a:ext uri="{C183D7F6-B498-43B3-948B-1728B52AA6E4}">
                <adec:decorative xmlns:adec="http://schemas.microsoft.com/office/drawing/2017/decorative" val="1"/>
              </a:ext>
            </a:extLst>
          </p:cNvPr>
          <p:cNvCxnSpPr>
            <a:cxnSpLocks/>
          </p:cNvCxnSpPr>
          <p:nvPr userDrawn="1"/>
        </p:nvCxnSpPr>
        <p:spPr>
          <a:xfrm>
            <a:off x="11658599" y="890016"/>
            <a:ext cx="0" cy="517050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5" name="Group 24">
            <a:extLst>
              <a:ext uri="{FF2B5EF4-FFF2-40B4-BE49-F238E27FC236}">
                <a16:creationId xmlns:a16="http://schemas.microsoft.com/office/drawing/2014/main" id="{49BB1C6E-F2CD-1DED-4142-D5222335150C}"/>
              </a:ext>
              <a:ext uri="{C183D7F6-B498-43B3-948B-1728B52AA6E4}">
                <adec:decorative xmlns:adec="http://schemas.microsoft.com/office/drawing/2017/decorative" val="1"/>
              </a:ext>
            </a:extLst>
          </p:cNvPr>
          <p:cNvGrpSpPr/>
          <p:nvPr userDrawn="1"/>
        </p:nvGrpSpPr>
        <p:grpSpPr>
          <a:xfrm>
            <a:off x="530436" y="6223933"/>
            <a:ext cx="89941" cy="314793"/>
            <a:chOff x="5538866" y="1851285"/>
            <a:chExt cx="89941" cy="314793"/>
          </a:xfrm>
          <a:noFill/>
        </p:grpSpPr>
        <p:sp>
          <p:nvSpPr>
            <p:cNvPr id="26" name="Oval 25">
              <a:extLst>
                <a:ext uri="{FF2B5EF4-FFF2-40B4-BE49-F238E27FC236}">
                  <a16:creationId xmlns:a16="http://schemas.microsoft.com/office/drawing/2014/main" id="{DC2674DE-70B7-1DB1-C9EA-ECDEDE00980F}"/>
                </a:ext>
              </a:extLst>
            </p:cNvPr>
            <p:cNvSpPr/>
            <p:nvPr userDrawn="1"/>
          </p:nvSpPr>
          <p:spPr>
            <a:xfrm>
              <a:off x="5538866" y="1851285"/>
              <a:ext cx="89941" cy="89941"/>
            </a:xfrm>
            <a:prstGeom prst="ellipse">
              <a:avLst/>
            </a:prstGeom>
            <a:gr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Oval 26">
              <a:extLst>
                <a:ext uri="{FF2B5EF4-FFF2-40B4-BE49-F238E27FC236}">
                  <a16:creationId xmlns:a16="http://schemas.microsoft.com/office/drawing/2014/main" id="{37F3A17F-5078-CA09-1C2A-A278DF540EB2}"/>
                </a:ext>
              </a:extLst>
            </p:cNvPr>
            <p:cNvSpPr/>
            <p:nvPr userDrawn="1"/>
          </p:nvSpPr>
          <p:spPr>
            <a:xfrm>
              <a:off x="5538866" y="2076137"/>
              <a:ext cx="89941" cy="89941"/>
            </a:xfrm>
            <a:prstGeom prst="ellipse">
              <a:avLst/>
            </a:prstGeom>
            <a:gr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Text Placeholder 5">
            <a:extLst>
              <a:ext uri="{FF2B5EF4-FFF2-40B4-BE49-F238E27FC236}">
                <a16:creationId xmlns:a16="http://schemas.microsoft.com/office/drawing/2014/main" id="{A927A013-657B-B1EA-05D7-FCFD2EA6E63F}"/>
              </a:ext>
            </a:extLst>
          </p:cNvPr>
          <p:cNvSpPr>
            <a:spLocks noGrp="1"/>
          </p:cNvSpPr>
          <p:nvPr>
            <p:ph type="body" sz="quarter" idx="18" hasCustomPrompt="1"/>
          </p:nvPr>
        </p:nvSpPr>
        <p:spPr>
          <a:xfrm>
            <a:off x="1082406" y="5856042"/>
            <a:ext cx="10126918" cy="425138"/>
          </a:xfrm>
        </p:spPr>
        <p:txBody>
          <a:bodyPr lIns="0" tIns="0" rIns="0" bIns="0"/>
          <a:lstStyle>
            <a:lvl1pPr marL="0" indent="0" algn="r">
              <a:lnSpc>
                <a:spcPct val="75000"/>
              </a:lnSpc>
              <a:spcBef>
                <a:spcPts val="0"/>
              </a:spcBef>
              <a:spcAft>
                <a:spcPts val="0"/>
              </a:spcAft>
              <a:buNone/>
              <a:defRPr sz="4800" cap="all" spc="-150" baseline="0">
                <a:solidFill>
                  <a:schemeClr val="bg1"/>
                </a:solidFill>
                <a:latin typeface="+mj-lt"/>
                <a:ea typeface="MS PMincho" panose="02020600040205080304" pitchFamily="18" charset="-128"/>
              </a:defRPr>
            </a:lvl1pPr>
            <a:lvl2pPr marL="457200" indent="0">
              <a:buNone/>
              <a:defRPr spc="-150">
                <a:solidFill>
                  <a:schemeClr val="bg1"/>
                </a:solidFill>
                <a:latin typeface="MS PMincho" panose="02020600040205080304" pitchFamily="18" charset="-128"/>
                <a:ea typeface="MS PMincho" panose="02020600040205080304" pitchFamily="18" charset="-128"/>
              </a:defRPr>
            </a:lvl2pPr>
            <a:lvl3pPr marL="914400" indent="0">
              <a:buNone/>
              <a:defRPr spc="-150">
                <a:solidFill>
                  <a:schemeClr val="bg1"/>
                </a:solidFill>
                <a:latin typeface="MS PMincho" panose="02020600040205080304" pitchFamily="18" charset="-128"/>
                <a:ea typeface="MS PMincho" panose="02020600040205080304" pitchFamily="18" charset="-128"/>
              </a:defRPr>
            </a:lvl3pPr>
            <a:lvl4pPr marL="1371600" indent="0">
              <a:buNone/>
              <a:defRPr spc="-150">
                <a:solidFill>
                  <a:schemeClr val="bg1"/>
                </a:solidFill>
                <a:latin typeface="MS PMincho" panose="02020600040205080304" pitchFamily="18" charset="-128"/>
                <a:ea typeface="MS PMincho" panose="02020600040205080304" pitchFamily="18" charset="-128"/>
              </a:defRPr>
            </a:lvl4pPr>
            <a:lvl5pPr marL="1828800" indent="0">
              <a:buNone/>
              <a:defRPr spc="-150">
                <a:solidFill>
                  <a:schemeClr val="bg1"/>
                </a:solidFill>
                <a:latin typeface="MS PMincho" panose="02020600040205080304" pitchFamily="18" charset="-128"/>
                <a:ea typeface="MS PMincho" panose="02020600040205080304" pitchFamily="18" charset="-128"/>
              </a:defRPr>
            </a:lvl5pPr>
          </a:lstStyle>
          <a:p>
            <a:pPr lvl="0"/>
            <a:r>
              <a:rPr lang="en-US" dirty="0"/>
              <a:t>Add title</a:t>
            </a:r>
          </a:p>
        </p:txBody>
      </p:sp>
      <p:sp>
        <p:nvSpPr>
          <p:cNvPr id="8" name="Slide Number Placeholder 4">
            <a:extLst>
              <a:ext uri="{FF2B5EF4-FFF2-40B4-BE49-F238E27FC236}">
                <a16:creationId xmlns:a16="http://schemas.microsoft.com/office/drawing/2014/main" id="{A1792EFA-4352-DAB4-158E-53F26C8A0C65}"/>
              </a:ext>
            </a:extLst>
          </p:cNvPr>
          <p:cNvSpPr>
            <a:spLocks noGrp="1"/>
          </p:cNvSpPr>
          <p:nvPr>
            <p:ph type="sldNum" sz="quarter" idx="12"/>
          </p:nvPr>
        </p:nvSpPr>
        <p:spPr>
          <a:xfrm>
            <a:off x="11298350" y="6243403"/>
            <a:ext cx="720499" cy="279400"/>
          </a:xfrm>
        </p:spPr>
        <p:txBody>
          <a:bodyPr/>
          <a:lstStyle>
            <a:lvl1pPr algn="ctr">
              <a:defRPr sz="2800" b="1" i="1">
                <a:solidFill>
                  <a:schemeClr val="bg1"/>
                </a:solidFill>
                <a:latin typeface="+mj-lt"/>
                <a:ea typeface="MS PMincho" panose="02020600040205080304" pitchFamily="18" charset="-128"/>
                <a:cs typeface="Mangal" panose="02040503050203030202" pitchFamily="18" charset="0"/>
              </a:defRPr>
            </a:lvl1p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10387643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Subtitle, Picture, and Content">
    <p:bg>
      <p:bgPr>
        <a:solidFill>
          <a:schemeClr val="tx1"/>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C91152F-5BDA-D61B-1CCF-A86EFB6F5540}"/>
              </a:ext>
            </a:extLst>
          </p:cNvPr>
          <p:cNvSpPr>
            <a:spLocks noGrp="1"/>
          </p:cNvSpPr>
          <p:nvPr>
            <p:ph type="title" hasCustomPrompt="1"/>
          </p:nvPr>
        </p:nvSpPr>
        <p:spPr>
          <a:xfrm>
            <a:off x="6482084" y="890015"/>
            <a:ext cx="3091684" cy="1938529"/>
          </a:xfrm>
        </p:spPr>
        <p:txBody>
          <a:bodyPr lIns="0" tIns="0" rIns="0" bIns="0" anchor="b"/>
          <a:lstStyle>
            <a:lvl1pPr algn="l">
              <a:lnSpc>
                <a:spcPct val="75000"/>
              </a:lnSpc>
              <a:defRPr sz="4800" b="0" i="0" cap="all" spc="0" baseline="0">
                <a:solidFill>
                  <a:schemeClr val="bg1"/>
                </a:solidFill>
                <a:latin typeface="+mj-lt"/>
                <a:ea typeface="MS PMincho" panose="02020600040205080304" pitchFamily="18" charset="-128"/>
                <a:cs typeface="Mangal" panose="02040503050203030202" pitchFamily="18" charset="0"/>
              </a:defRPr>
            </a:lvl1pPr>
          </a:lstStyle>
          <a:p>
            <a:r>
              <a:rPr lang="en-US" dirty="0"/>
              <a:t>Add title</a:t>
            </a:r>
          </a:p>
        </p:txBody>
      </p:sp>
      <p:grpSp>
        <p:nvGrpSpPr>
          <p:cNvPr id="9" name="Group 8">
            <a:extLst>
              <a:ext uri="{FF2B5EF4-FFF2-40B4-BE49-F238E27FC236}">
                <a16:creationId xmlns:a16="http://schemas.microsoft.com/office/drawing/2014/main" id="{3522E8A7-C256-4D0D-38F5-744CC21A3F1B}"/>
              </a:ext>
              <a:ext uri="{C183D7F6-B498-43B3-948B-1728B52AA6E4}">
                <adec:decorative xmlns:adec="http://schemas.microsoft.com/office/drawing/2017/decorative" val="1"/>
              </a:ext>
            </a:extLst>
          </p:cNvPr>
          <p:cNvGrpSpPr/>
          <p:nvPr userDrawn="1"/>
        </p:nvGrpSpPr>
        <p:grpSpPr>
          <a:xfrm>
            <a:off x="11613628" y="335197"/>
            <a:ext cx="89941" cy="314793"/>
            <a:chOff x="5538866" y="1851285"/>
            <a:chExt cx="89941" cy="314793"/>
          </a:xfrm>
          <a:solidFill>
            <a:schemeClr val="bg1"/>
          </a:solidFill>
        </p:grpSpPr>
        <p:sp>
          <p:nvSpPr>
            <p:cNvPr id="10" name="Oval 9">
              <a:extLst>
                <a:ext uri="{FF2B5EF4-FFF2-40B4-BE49-F238E27FC236}">
                  <a16:creationId xmlns:a16="http://schemas.microsoft.com/office/drawing/2014/main" id="{7194A7E3-B379-7E79-0952-AF4C6A614000}"/>
                </a:ext>
              </a:extLst>
            </p:cNvPr>
            <p:cNvSpPr/>
            <p:nvPr userDrawn="1"/>
          </p:nvSpPr>
          <p:spPr>
            <a:xfrm>
              <a:off x="5538866" y="1851285"/>
              <a:ext cx="89941" cy="8994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716CD3AC-CC76-8555-8E6F-C480301CF8B9}"/>
                </a:ext>
              </a:extLst>
            </p:cNvPr>
            <p:cNvSpPr/>
            <p:nvPr userDrawn="1"/>
          </p:nvSpPr>
          <p:spPr>
            <a:xfrm>
              <a:off x="5538866" y="2076137"/>
              <a:ext cx="89941" cy="8994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cxnSp>
        <p:nvCxnSpPr>
          <p:cNvPr id="12" name="Straight Connector 11">
            <a:extLst>
              <a:ext uri="{FF2B5EF4-FFF2-40B4-BE49-F238E27FC236}">
                <a16:creationId xmlns:a16="http://schemas.microsoft.com/office/drawing/2014/main" id="{C24A05F7-5B34-541E-2738-B83DA06E5C30}"/>
              </a:ext>
              <a:ext uri="{C183D7F6-B498-43B3-948B-1728B52AA6E4}">
                <adec:decorative xmlns:adec="http://schemas.microsoft.com/office/drawing/2017/decorative" val="1"/>
              </a:ext>
            </a:extLst>
          </p:cNvPr>
          <p:cNvCxnSpPr>
            <a:cxnSpLocks/>
          </p:cNvCxnSpPr>
          <p:nvPr userDrawn="1"/>
        </p:nvCxnSpPr>
        <p:spPr>
          <a:xfrm>
            <a:off x="11658599" y="890016"/>
            <a:ext cx="0" cy="517050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5" name="Group 24">
            <a:extLst>
              <a:ext uri="{FF2B5EF4-FFF2-40B4-BE49-F238E27FC236}">
                <a16:creationId xmlns:a16="http://schemas.microsoft.com/office/drawing/2014/main" id="{49BB1C6E-F2CD-1DED-4142-D5222335150C}"/>
              </a:ext>
              <a:ext uri="{C183D7F6-B498-43B3-948B-1728B52AA6E4}">
                <adec:decorative xmlns:adec="http://schemas.microsoft.com/office/drawing/2017/decorative" val="1"/>
              </a:ext>
            </a:extLst>
          </p:cNvPr>
          <p:cNvGrpSpPr/>
          <p:nvPr userDrawn="1"/>
        </p:nvGrpSpPr>
        <p:grpSpPr>
          <a:xfrm>
            <a:off x="530436" y="6223933"/>
            <a:ext cx="89941" cy="314793"/>
            <a:chOff x="5538866" y="1851285"/>
            <a:chExt cx="89941" cy="314793"/>
          </a:xfrm>
          <a:noFill/>
        </p:grpSpPr>
        <p:sp>
          <p:nvSpPr>
            <p:cNvPr id="26" name="Oval 25">
              <a:extLst>
                <a:ext uri="{FF2B5EF4-FFF2-40B4-BE49-F238E27FC236}">
                  <a16:creationId xmlns:a16="http://schemas.microsoft.com/office/drawing/2014/main" id="{DC2674DE-70B7-1DB1-C9EA-ECDEDE00980F}"/>
                </a:ext>
              </a:extLst>
            </p:cNvPr>
            <p:cNvSpPr/>
            <p:nvPr userDrawn="1"/>
          </p:nvSpPr>
          <p:spPr>
            <a:xfrm>
              <a:off x="5538866" y="1851285"/>
              <a:ext cx="89941" cy="89941"/>
            </a:xfrm>
            <a:prstGeom prst="ellipse">
              <a:avLst/>
            </a:prstGeom>
            <a:gr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Oval 26">
              <a:extLst>
                <a:ext uri="{FF2B5EF4-FFF2-40B4-BE49-F238E27FC236}">
                  <a16:creationId xmlns:a16="http://schemas.microsoft.com/office/drawing/2014/main" id="{37F3A17F-5078-CA09-1C2A-A278DF540EB2}"/>
                </a:ext>
              </a:extLst>
            </p:cNvPr>
            <p:cNvSpPr/>
            <p:nvPr userDrawn="1"/>
          </p:nvSpPr>
          <p:spPr>
            <a:xfrm>
              <a:off x="5538866" y="2076137"/>
              <a:ext cx="89941" cy="89941"/>
            </a:xfrm>
            <a:prstGeom prst="ellipse">
              <a:avLst/>
            </a:prstGeom>
            <a:gr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4" name="Footer Placeholder 3">
            <a:extLst>
              <a:ext uri="{FF2B5EF4-FFF2-40B4-BE49-F238E27FC236}">
                <a16:creationId xmlns:a16="http://schemas.microsoft.com/office/drawing/2014/main" id="{3A4E705D-525A-81AA-338A-E8C4405FA80B}"/>
              </a:ext>
            </a:extLst>
          </p:cNvPr>
          <p:cNvSpPr>
            <a:spLocks noGrp="1"/>
          </p:cNvSpPr>
          <p:nvPr>
            <p:ph type="ftr" sz="quarter" idx="11"/>
          </p:nvPr>
        </p:nvSpPr>
        <p:spPr>
          <a:xfrm rot="16200000">
            <a:off x="-2009849" y="3308393"/>
            <a:ext cx="5170509" cy="333752"/>
          </a:xfrm>
        </p:spPr>
        <p:txBody>
          <a:bodyPr/>
          <a:lstStyle>
            <a:lvl1pPr algn="ctr">
              <a:defRPr cap="all" baseline="0">
                <a:solidFill>
                  <a:schemeClr val="bg1"/>
                </a:solidFill>
                <a:latin typeface="+mn-lt"/>
                <a:ea typeface="Dotum" panose="020B0600000101010101" pitchFamily="34" charset="-127"/>
                <a:cs typeface="Mangal" panose="02040503050203030202" pitchFamily="18" charset="0"/>
              </a:defRPr>
            </a:lvl1pPr>
          </a:lstStyle>
          <a:p>
            <a:r>
              <a:rPr lang="en-US" dirty="0"/>
              <a:t>Click to add Footer</a:t>
            </a:r>
          </a:p>
        </p:txBody>
      </p:sp>
      <p:sp>
        <p:nvSpPr>
          <p:cNvPr id="2" name="Picture Placeholder 11" descr="picture placeholder">
            <a:extLst>
              <a:ext uri="{FF2B5EF4-FFF2-40B4-BE49-F238E27FC236}">
                <a16:creationId xmlns:a16="http://schemas.microsoft.com/office/drawing/2014/main" id="{C74EC289-9E3B-2A85-FFCE-107B0E3B585D}"/>
              </a:ext>
            </a:extLst>
          </p:cNvPr>
          <p:cNvSpPr>
            <a:spLocks noGrp="1"/>
          </p:cNvSpPr>
          <p:nvPr>
            <p:ph type="pic" sz="quarter" idx="16"/>
          </p:nvPr>
        </p:nvSpPr>
        <p:spPr>
          <a:xfrm>
            <a:off x="1220826" y="1"/>
            <a:ext cx="4785234" cy="6858000"/>
          </a:xfrm>
        </p:spPr>
        <p:txBody>
          <a:bodyPr/>
          <a:lstStyle>
            <a:lvl1pPr marL="0" indent="0">
              <a:buNone/>
              <a:defRPr sz="1400">
                <a:solidFill>
                  <a:schemeClr val="bg1"/>
                </a:solidFill>
                <a:latin typeface="+mn-lt"/>
                <a:ea typeface="Dotum" panose="020B0600000101010101" pitchFamily="34" charset="-127"/>
              </a:defRPr>
            </a:lvl1pPr>
          </a:lstStyle>
          <a:p>
            <a:r>
              <a:rPr lang="en-US"/>
              <a:t>Click icon to add picture</a:t>
            </a:r>
            <a:endParaRPr lang="en-US" dirty="0"/>
          </a:p>
        </p:txBody>
      </p:sp>
      <p:sp>
        <p:nvSpPr>
          <p:cNvPr id="4" name="Text Placeholder 3">
            <a:extLst>
              <a:ext uri="{FF2B5EF4-FFF2-40B4-BE49-F238E27FC236}">
                <a16:creationId xmlns:a16="http://schemas.microsoft.com/office/drawing/2014/main" id="{A2D1F475-EF10-D813-0860-75BE8B40BFC3}"/>
              </a:ext>
            </a:extLst>
          </p:cNvPr>
          <p:cNvSpPr>
            <a:spLocks noGrp="1"/>
          </p:cNvSpPr>
          <p:nvPr>
            <p:ph type="body" sz="quarter" idx="17" hasCustomPrompt="1"/>
          </p:nvPr>
        </p:nvSpPr>
        <p:spPr>
          <a:xfrm>
            <a:off x="7636835" y="3429000"/>
            <a:ext cx="3439596" cy="434975"/>
          </a:xfrm>
        </p:spPr>
        <p:txBody>
          <a:bodyPr lIns="0" rIns="0"/>
          <a:lstStyle>
            <a:lvl1pPr marL="0" indent="0">
              <a:buNone/>
              <a:defRPr sz="1400" cap="all" baseline="0">
                <a:solidFill>
                  <a:schemeClr val="bg1"/>
                </a:solidFill>
              </a:defRPr>
            </a:lvl1pPr>
            <a:lvl2pPr marL="457200" indent="0">
              <a:buNone/>
              <a:defRPr sz="1400" cap="all" baseline="0">
                <a:solidFill>
                  <a:schemeClr val="bg1"/>
                </a:solidFill>
              </a:defRPr>
            </a:lvl2pPr>
            <a:lvl3pPr marL="914400" indent="0">
              <a:buNone/>
              <a:defRPr sz="1400" cap="all" baseline="0">
                <a:solidFill>
                  <a:schemeClr val="bg1"/>
                </a:solidFill>
              </a:defRPr>
            </a:lvl3pPr>
            <a:lvl4pPr marL="1371600" indent="0">
              <a:buNone/>
              <a:defRPr sz="1400" cap="all" baseline="0">
                <a:solidFill>
                  <a:schemeClr val="bg1"/>
                </a:solidFill>
              </a:defRPr>
            </a:lvl4pPr>
            <a:lvl5pPr marL="1828800" indent="0">
              <a:buNone/>
              <a:defRPr sz="1400" cap="all" baseline="0">
                <a:solidFill>
                  <a:schemeClr val="bg1"/>
                </a:solidFill>
              </a:defRPr>
            </a:lvl5pPr>
          </a:lstStyle>
          <a:p>
            <a:pPr lvl="0"/>
            <a:r>
              <a:rPr lang="en-US" dirty="0"/>
              <a:t>Click to add subtitle</a:t>
            </a:r>
          </a:p>
        </p:txBody>
      </p:sp>
      <p:sp>
        <p:nvSpPr>
          <p:cNvPr id="17" name="Text Placeholder 20">
            <a:extLst>
              <a:ext uri="{FF2B5EF4-FFF2-40B4-BE49-F238E27FC236}">
                <a16:creationId xmlns:a16="http://schemas.microsoft.com/office/drawing/2014/main" id="{BABDA1A4-3206-A325-2576-C4DB8737BB3A}"/>
              </a:ext>
            </a:extLst>
          </p:cNvPr>
          <p:cNvSpPr>
            <a:spLocks noGrp="1"/>
          </p:cNvSpPr>
          <p:nvPr>
            <p:ph type="body" sz="quarter" idx="14" hasCustomPrompt="1"/>
          </p:nvPr>
        </p:nvSpPr>
        <p:spPr>
          <a:xfrm>
            <a:off x="7636834" y="4083247"/>
            <a:ext cx="3439598" cy="2040209"/>
          </a:xfrm>
        </p:spPr>
        <p:txBody>
          <a:bodyPr lIns="0" tIns="0" rIns="0" bIns="0"/>
          <a:lstStyle>
            <a:lvl1pPr marL="285750" indent="-285750">
              <a:buClr>
                <a:schemeClr val="bg1"/>
              </a:buClr>
              <a:buFont typeface="Courier New" panose="02070309020205020404" pitchFamily="49" charset="0"/>
              <a:buChar char="o"/>
              <a:defRPr sz="1400" b="0" i="0">
                <a:solidFill>
                  <a:schemeClr val="bg1"/>
                </a:solidFill>
                <a:latin typeface="+mn-lt"/>
                <a:cs typeface="Mangal" panose="02040503050203030202" pitchFamily="18" charset="0"/>
              </a:defRPr>
            </a:lvl1pPr>
            <a:lvl2pPr marL="742950" indent="-285750">
              <a:buClr>
                <a:schemeClr val="bg1"/>
              </a:buClr>
              <a:buFont typeface="Courier New" panose="02070309020205020404" pitchFamily="49" charset="0"/>
              <a:buChar char="o"/>
              <a:defRPr sz="1400" b="0" i="0">
                <a:solidFill>
                  <a:schemeClr val="bg1"/>
                </a:solidFill>
                <a:latin typeface="+mn-lt"/>
                <a:cs typeface="Mangal" panose="02040503050203030202" pitchFamily="18" charset="0"/>
              </a:defRPr>
            </a:lvl2pPr>
            <a:lvl3pPr marL="1200150" indent="-285750">
              <a:buClr>
                <a:schemeClr val="bg1"/>
              </a:buClr>
              <a:buFont typeface="Courier New" panose="02070309020205020404" pitchFamily="49" charset="0"/>
              <a:buChar char="o"/>
              <a:defRPr sz="1400" b="0" i="0">
                <a:solidFill>
                  <a:schemeClr val="bg1"/>
                </a:solidFill>
                <a:latin typeface="+mn-lt"/>
                <a:cs typeface="Mangal" panose="02040503050203030202" pitchFamily="18" charset="0"/>
              </a:defRPr>
            </a:lvl3pPr>
            <a:lvl4pPr marL="1543050" indent="-171450">
              <a:buClr>
                <a:schemeClr val="bg1"/>
              </a:buClr>
              <a:buFont typeface="Courier New" panose="02070309020205020404" pitchFamily="49" charset="0"/>
              <a:buChar char="o"/>
              <a:defRPr sz="1400" b="0" i="0">
                <a:solidFill>
                  <a:schemeClr val="bg1"/>
                </a:solidFill>
                <a:latin typeface="+mn-lt"/>
                <a:cs typeface="Mangal" panose="02040503050203030202" pitchFamily="18" charset="0"/>
              </a:defRPr>
            </a:lvl4pPr>
            <a:lvl5pPr marL="2000250" indent="-171450">
              <a:buClr>
                <a:schemeClr val="bg1"/>
              </a:buClr>
              <a:buFont typeface="Courier New" panose="02070309020205020404" pitchFamily="49" charset="0"/>
              <a:buChar char="o"/>
              <a:defRPr sz="1400" b="0" i="0">
                <a:solidFill>
                  <a:schemeClr val="bg1"/>
                </a:solidFill>
                <a:latin typeface="+mn-lt"/>
                <a:cs typeface="Mangal" panose="02040503050203030202" pitchFamily="18" charset="0"/>
              </a:defRPr>
            </a:lvl5pPr>
          </a:lstStyle>
          <a:p>
            <a:pPr lvl="0"/>
            <a:r>
              <a:rPr lang="en-US" dirty="0"/>
              <a:t>Click to add text</a:t>
            </a:r>
          </a:p>
        </p:txBody>
      </p:sp>
      <p:sp>
        <p:nvSpPr>
          <p:cNvPr id="8" name="Slide Number Placeholder 4">
            <a:extLst>
              <a:ext uri="{FF2B5EF4-FFF2-40B4-BE49-F238E27FC236}">
                <a16:creationId xmlns:a16="http://schemas.microsoft.com/office/drawing/2014/main" id="{A1792EFA-4352-DAB4-158E-53F26C8A0C65}"/>
              </a:ext>
            </a:extLst>
          </p:cNvPr>
          <p:cNvSpPr>
            <a:spLocks noGrp="1"/>
          </p:cNvSpPr>
          <p:nvPr>
            <p:ph type="sldNum" sz="quarter" idx="12"/>
          </p:nvPr>
        </p:nvSpPr>
        <p:spPr>
          <a:xfrm>
            <a:off x="11298350" y="6243403"/>
            <a:ext cx="720499" cy="279400"/>
          </a:xfrm>
        </p:spPr>
        <p:txBody>
          <a:bodyPr/>
          <a:lstStyle>
            <a:lvl1pPr algn="ctr">
              <a:defRPr sz="2800" b="1" i="1">
                <a:solidFill>
                  <a:schemeClr val="bg1"/>
                </a:solidFill>
                <a:latin typeface="+mj-lt"/>
                <a:ea typeface="MS PMincho" panose="02020600040205080304" pitchFamily="18" charset="-128"/>
                <a:cs typeface="Mangal" panose="02040503050203030202" pitchFamily="18" charset="0"/>
              </a:defRPr>
            </a:lvl1p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5149868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Picture and text">
    <p:bg>
      <p:bgPr>
        <a:solidFill>
          <a:schemeClr val="tx1"/>
        </a:solidFill>
        <a:effectLst/>
      </p:bgPr>
    </p:bg>
    <p:spTree>
      <p:nvGrpSpPr>
        <p:cNvPr id="1" name=""/>
        <p:cNvGrpSpPr/>
        <p:nvPr/>
      </p:nvGrpSpPr>
      <p:grpSpPr>
        <a:xfrm>
          <a:off x="0" y="0"/>
          <a:ext cx="0" cy="0"/>
          <a:chOff x="0" y="0"/>
          <a:chExt cx="0" cy="0"/>
        </a:xfrm>
      </p:grpSpPr>
      <p:sp>
        <p:nvSpPr>
          <p:cNvPr id="2" name="Picture Placeholder 11" descr="picture placeholder">
            <a:extLst>
              <a:ext uri="{FF2B5EF4-FFF2-40B4-BE49-F238E27FC236}">
                <a16:creationId xmlns:a16="http://schemas.microsoft.com/office/drawing/2014/main" id="{C74EC289-9E3B-2A85-FFCE-107B0E3B585D}"/>
              </a:ext>
            </a:extLst>
          </p:cNvPr>
          <p:cNvSpPr>
            <a:spLocks noGrp="1"/>
          </p:cNvSpPr>
          <p:nvPr>
            <p:ph type="pic" sz="quarter" idx="16"/>
          </p:nvPr>
        </p:nvSpPr>
        <p:spPr>
          <a:xfrm>
            <a:off x="869581" y="2160494"/>
            <a:ext cx="6058564" cy="4697507"/>
          </a:xfrm>
        </p:spPr>
        <p:txBody>
          <a:bodyPr anchor="ctr"/>
          <a:lstStyle>
            <a:lvl1pPr marL="0" indent="0" algn="ctr">
              <a:buNone/>
              <a:defRPr sz="1400">
                <a:solidFill>
                  <a:schemeClr val="bg1"/>
                </a:solidFill>
                <a:latin typeface="+mn-lt"/>
                <a:ea typeface="Dotum" panose="020B0600000101010101" pitchFamily="34" charset="-127"/>
              </a:defRPr>
            </a:lvl1pPr>
          </a:lstStyle>
          <a:p>
            <a:r>
              <a:rPr lang="en-US"/>
              <a:t>Click icon to add picture</a:t>
            </a:r>
            <a:endParaRPr lang="en-US" dirty="0"/>
          </a:p>
        </p:txBody>
      </p:sp>
      <p:sp>
        <p:nvSpPr>
          <p:cNvPr id="7" name="Title 1">
            <a:extLst>
              <a:ext uri="{FF2B5EF4-FFF2-40B4-BE49-F238E27FC236}">
                <a16:creationId xmlns:a16="http://schemas.microsoft.com/office/drawing/2014/main" id="{0C91152F-5BDA-D61B-1CCF-A86EFB6F5540}"/>
              </a:ext>
            </a:extLst>
          </p:cNvPr>
          <p:cNvSpPr>
            <a:spLocks noGrp="1"/>
          </p:cNvSpPr>
          <p:nvPr>
            <p:ph type="title" hasCustomPrompt="1"/>
          </p:nvPr>
        </p:nvSpPr>
        <p:spPr>
          <a:xfrm>
            <a:off x="1226150" y="596200"/>
            <a:ext cx="4758948" cy="1938529"/>
          </a:xfrm>
        </p:spPr>
        <p:txBody>
          <a:bodyPr lIns="0" tIns="0" rIns="0" bIns="0" anchor="b"/>
          <a:lstStyle>
            <a:lvl1pPr algn="l">
              <a:lnSpc>
                <a:spcPct val="75000"/>
              </a:lnSpc>
              <a:defRPr sz="4800" b="0" i="0" spc="0" baseline="0">
                <a:solidFill>
                  <a:schemeClr val="bg1"/>
                </a:solidFill>
                <a:latin typeface="+mj-lt"/>
                <a:ea typeface="MS PMincho" panose="02020600040205080304" pitchFamily="18" charset="-128"/>
                <a:cs typeface="Mangal" panose="02040503050203030202" pitchFamily="18" charset="0"/>
              </a:defRPr>
            </a:lvl1pPr>
          </a:lstStyle>
          <a:p>
            <a:r>
              <a:rPr lang="en-US" dirty="0"/>
              <a:t>Add title</a:t>
            </a:r>
          </a:p>
        </p:txBody>
      </p:sp>
      <p:grpSp>
        <p:nvGrpSpPr>
          <p:cNvPr id="9" name="Group 8">
            <a:extLst>
              <a:ext uri="{FF2B5EF4-FFF2-40B4-BE49-F238E27FC236}">
                <a16:creationId xmlns:a16="http://schemas.microsoft.com/office/drawing/2014/main" id="{3522E8A7-C256-4D0D-38F5-744CC21A3F1B}"/>
              </a:ext>
              <a:ext uri="{C183D7F6-B498-43B3-948B-1728B52AA6E4}">
                <adec:decorative xmlns:adec="http://schemas.microsoft.com/office/drawing/2017/decorative" val="1"/>
              </a:ext>
            </a:extLst>
          </p:cNvPr>
          <p:cNvGrpSpPr/>
          <p:nvPr userDrawn="1"/>
        </p:nvGrpSpPr>
        <p:grpSpPr>
          <a:xfrm>
            <a:off x="11613628" y="335197"/>
            <a:ext cx="89941" cy="314793"/>
            <a:chOff x="5538866" y="1851285"/>
            <a:chExt cx="89941" cy="314793"/>
          </a:xfrm>
          <a:solidFill>
            <a:schemeClr val="bg1"/>
          </a:solidFill>
        </p:grpSpPr>
        <p:sp>
          <p:nvSpPr>
            <p:cNvPr id="10" name="Oval 9">
              <a:extLst>
                <a:ext uri="{FF2B5EF4-FFF2-40B4-BE49-F238E27FC236}">
                  <a16:creationId xmlns:a16="http://schemas.microsoft.com/office/drawing/2014/main" id="{7194A7E3-B379-7E79-0952-AF4C6A614000}"/>
                </a:ext>
              </a:extLst>
            </p:cNvPr>
            <p:cNvSpPr/>
            <p:nvPr userDrawn="1"/>
          </p:nvSpPr>
          <p:spPr>
            <a:xfrm>
              <a:off x="5538866" y="1851285"/>
              <a:ext cx="89941" cy="8994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716CD3AC-CC76-8555-8E6F-C480301CF8B9}"/>
                </a:ext>
              </a:extLst>
            </p:cNvPr>
            <p:cNvSpPr/>
            <p:nvPr userDrawn="1"/>
          </p:nvSpPr>
          <p:spPr>
            <a:xfrm>
              <a:off x="5538866" y="2076137"/>
              <a:ext cx="89941" cy="8994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cxnSp>
        <p:nvCxnSpPr>
          <p:cNvPr id="12" name="Straight Connector 11">
            <a:extLst>
              <a:ext uri="{FF2B5EF4-FFF2-40B4-BE49-F238E27FC236}">
                <a16:creationId xmlns:a16="http://schemas.microsoft.com/office/drawing/2014/main" id="{C24A05F7-5B34-541E-2738-B83DA06E5C30}"/>
              </a:ext>
              <a:ext uri="{C183D7F6-B498-43B3-948B-1728B52AA6E4}">
                <adec:decorative xmlns:adec="http://schemas.microsoft.com/office/drawing/2017/decorative" val="1"/>
              </a:ext>
            </a:extLst>
          </p:cNvPr>
          <p:cNvCxnSpPr>
            <a:cxnSpLocks/>
          </p:cNvCxnSpPr>
          <p:nvPr userDrawn="1"/>
        </p:nvCxnSpPr>
        <p:spPr>
          <a:xfrm>
            <a:off x="11658599" y="890016"/>
            <a:ext cx="0" cy="517050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5" name="Group 24">
            <a:extLst>
              <a:ext uri="{FF2B5EF4-FFF2-40B4-BE49-F238E27FC236}">
                <a16:creationId xmlns:a16="http://schemas.microsoft.com/office/drawing/2014/main" id="{49BB1C6E-F2CD-1DED-4142-D5222335150C}"/>
              </a:ext>
              <a:ext uri="{C183D7F6-B498-43B3-948B-1728B52AA6E4}">
                <adec:decorative xmlns:adec="http://schemas.microsoft.com/office/drawing/2017/decorative" val="1"/>
              </a:ext>
            </a:extLst>
          </p:cNvPr>
          <p:cNvGrpSpPr/>
          <p:nvPr userDrawn="1"/>
        </p:nvGrpSpPr>
        <p:grpSpPr>
          <a:xfrm>
            <a:off x="530436" y="6223933"/>
            <a:ext cx="89941" cy="314793"/>
            <a:chOff x="5538866" y="1851285"/>
            <a:chExt cx="89941" cy="314793"/>
          </a:xfrm>
          <a:noFill/>
        </p:grpSpPr>
        <p:sp>
          <p:nvSpPr>
            <p:cNvPr id="26" name="Oval 25">
              <a:extLst>
                <a:ext uri="{FF2B5EF4-FFF2-40B4-BE49-F238E27FC236}">
                  <a16:creationId xmlns:a16="http://schemas.microsoft.com/office/drawing/2014/main" id="{DC2674DE-70B7-1DB1-C9EA-ECDEDE00980F}"/>
                </a:ext>
              </a:extLst>
            </p:cNvPr>
            <p:cNvSpPr/>
            <p:nvPr userDrawn="1"/>
          </p:nvSpPr>
          <p:spPr>
            <a:xfrm>
              <a:off x="5538866" y="1851285"/>
              <a:ext cx="89941" cy="89941"/>
            </a:xfrm>
            <a:prstGeom prst="ellipse">
              <a:avLst/>
            </a:prstGeom>
            <a:gr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Oval 26">
              <a:extLst>
                <a:ext uri="{FF2B5EF4-FFF2-40B4-BE49-F238E27FC236}">
                  <a16:creationId xmlns:a16="http://schemas.microsoft.com/office/drawing/2014/main" id="{37F3A17F-5078-CA09-1C2A-A278DF540EB2}"/>
                </a:ext>
              </a:extLst>
            </p:cNvPr>
            <p:cNvSpPr/>
            <p:nvPr userDrawn="1"/>
          </p:nvSpPr>
          <p:spPr>
            <a:xfrm>
              <a:off x="5538866" y="2076137"/>
              <a:ext cx="89941" cy="89941"/>
            </a:xfrm>
            <a:prstGeom prst="ellipse">
              <a:avLst/>
            </a:prstGeom>
            <a:gr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4" name="Footer Placeholder 3">
            <a:extLst>
              <a:ext uri="{FF2B5EF4-FFF2-40B4-BE49-F238E27FC236}">
                <a16:creationId xmlns:a16="http://schemas.microsoft.com/office/drawing/2014/main" id="{3A4E705D-525A-81AA-338A-E8C4405FA80B}"/>
              </a:ext>
            </a:extLst>
          </p:cNvPr>
          <p:cNvSpPr>
            <a:spLocks noGrp="1"/>
          </p:cNvSpPr>
          <p:nvPr>
            <p:ph type="ftr" sz="quarter" idx="11"/>
          </p:nvPr>
        </p:nvSpPr>
        <p:spPr>
          <a:xfrm rot="16200000">
            <a:off x="-2009849" y="3308393"/>
            <a:ext cx="5170509" cy="333752"/>
          </a:xfrm>
        </p:spPr>
        <p:txBody>
          <a:bodyPr/>
          <a:lstStyle>
            <a:lvl1pPr algn="ctr">
              <a:defRPr cap="all" baseline="0">
                <a:solidFill>
                  <a:schemeClr val="bg1"/>
                </a:solidFill>
                <a:latin typeface="+mn-lt"/>
                <a:ea typeface="Dotum" panose="020B0600000101010101" pitchFamily="34" charset="-127"/>
                <a:cs typeface="Mangal" panose="02040503050203030202" pitchFamily="18" charset="0"/>
              </a:defRPr>
            </a:lvl1pPr>
          </a:lstStyle>
          <a:p>
            <a:r>
              <a:rPr lang="en-US" dirty="0"/>
              <a:t>Click to add Footer</a:t>
            </a:r>
          </a:p>
        </p:txBody>
      </p:sp>
      <p:sp>
        <p:nvSpPr>
          <p:cNvPr id="6" name="Text Placeholder 20">
            <a:extLst>
              <a:ext uri="{FF2B5EF4-FFF2-40B4-BE49-F238E27FC236}">
                <a16:creationId xmlns:a16="http://schemas.microsoft.com/office/drawing/2014/main" id="{EBEAF734-7706-B3C3-A222-4374E6E420F4}"/>
              </a:ext>
            </a:extLst>
          </p:cNvPr>
          <p:cNvSpPr>
            <a:spLocks noGrp="1"/>
          </p:cNvSpPr>
          <p:nvPr>
            <p:ph type="body" sz="quarter" idx="17" hasCustomPrompt="1"/>
          </p:nvPr>
        </p:nvSpPr>
        <p:spPr>
          <a:xfrm>
            <a:off x="7604041" y="900724"/>
            <a:ext cx="3439597" cy="2392155"/>
          </a:xfrm>
        </p:spPr>
        <p:txBody>
          <a:bodyPr lIns="0" tIns="0" rIns="0" bIns="0"/>
          <a:lstStyle>
            <a:lvl1pPr marL="0" indent="0">
              <a:buClr>
                <a:schemeClr val="bg1"/>
              </a:buClr>
              <a:buFont typeface="Courier New" panose="02070309020205020404" pitchFamily="49" charset="0"/>
              <a:buNone/>
              <a:defRPr sz="1400" b="0" i="0">
                <a:solidFill>
                  <a:schemeClr val="bg1"/>
                </a:solidFill>
                <a:latin typeface="+mn-lt"/>
                <a:cs typeface="Mangal" panose="02040503050203030202" pitchFamily="18" charset="0"/>
              </a:defRPr>
            </a:lvl1pPr>
            <a:lvl2pPr marL="457200" indent="0">
              <a:buClr>
                <a:schemeClr val="bg1"/>
              </a:buClr>
              <a:buFont typeface="Courier New" panose="02070309020205020404" pitchFamily="49" charset="0"/>
              <a:buNone/>
              <a:defRPr sz="1400" b="0" i="0">
                <a:solidFill>
                  <a:schemeClr val="bg1"/>
                </a:solidFill>
                <a:latin typeface="+mn-lt"/>
                <a:cs typeface="Mangal" panose="02040503050203030202" pitchFamily="18" charset="0"/>
              </a:defRPr>
            </a:lvl2pPr>
            <a:lvl3pPr marL="914400" indent="0">
              <a:buClr>
                <a:schemeClr val="bg1"/>
              </a:buClr>
              <a:buFont typeface="Courier New" panose="02070309020205020404" pitchFamily="49" charset="0"/>
              <a:buNone/>
              <a:defRPr sz="1400" b="0" i="0">
                <a:solidFill>
                  <a:schemeClr val="bg1"/>
                </a:solidFill>
                <a:latin typeface="+mn-lt"/>
                <a:cs typeface="Mangal" panose="02040503050203030202" pitchFamily="18" charset="0"/>
              </a:defRPr>
            </a:lvl3pPr>
            <a:lvl4pPr marL="1371600" indent="0">
              <a:buClr>
                <a:schemeClr val="bg1"/>
              </a:buClr>
              <a:buFont typeface="Courier New" panose="02070309020205020404" pitchFamily="49" charset="0"/>
              <a:buNone/>
              <a:defRPr sz="1400" b="0" i="0">
                <a:solidFill>
                  <a:schemeClr val="bg1"/>
                </a:solidFill>
                <a:latin typeface="+mn-lt"/>
                <a:cs typeface="Mangal" panose="02040503050203030202" pitchFamily="18" charset="0"/>
              </a:defRPr>
            </a:lvl4pPr>
            <a:lvl5pPr marL="1828800" indent="0">
              <a:buClr>
                <a:schemeClr val="bg1"/>
              </a:buClr>
              <a:buFont typeface="Courier New" panose="02070309020205020404" pitchFamily="49" charset="0"/>
              <a:buNone/>
              <a:defRPr sz="1400" b="0" i="0">
                <a:solidFill>
                  <a:schemeClr val="bg1"/>
                </a:solidFill>
                <a:latin typeface="+mn-lt"/>
                <a:cs typeface="Mangal" panose="02040503050203030202" pitchFamily="18" charset="0"/>
              </a:defRPr>
            </a:lvl5pPr>
          </a:lstStyle>
          <a:p>
            <a:pPr lvl="0"/>
            <a:r>
              <a:rPr lang="en-US" dirty="0"/>
              <a:t>Click to add text</a:t>
            </a:r>
          </a:p>
        </p:txBody>
      </p:sp>
      <p:sp>
        <p:nvSpPr>
          <p:cNvPr id="17" name="Text Placeholder 20">
            <a:extLst>
              <a:ext uri="{FF2B5EF4-FFF2-40B4-BE49-F238E27FC236}">
                <a16:creationId xmlns:a16="http://schemas.microsoft.com/office/drawing/2014/main" id="{BABDA1A4-3206-A325-2576-C4DB8737BB3A}"/>
              </a:ext>
            </a:extLst>
          </p:cNvPr>
          <p:cNvSpPr>
            <a:spLocks noGrp="1"/>
          </p:cNvSpPr>
          <p:nvPr>
            <p:ph type="body" sz="quarter" idx="14" hasCustomPrompt="1"/>
          </p:nvPr>
        </p:nvSpPr>
        <p:spPr>
          <a:xfrm>
            <a:off x="8075745" y="3292881"/>
            <a:ext cx="2967893" cy="2238343"/>
          </a:xfrm>
        </p:spPr>
        <p:txBody>
          <a:bodyPr lIns="0" tIns="0" rIns="0" bIns="0"/>
          <a:lstStyle>
            <a:lvl1pPr marL="285750" indent="-285750">
              <a:buClr>
                <a:schemeClr val="bg1"/>
              </a:buClr>
              <a:buFont typeface="Courier New" panose="02070309020205020404" pitchFamily="49" charset="0"/>
              <a:buChar char="o"/>
              <a:defRPr sz="1400" b="0" i="0">
                <a:solidFill>
                  <a:schemeClr val="bg1"/>
                </a:solidFill>
                <a:latin typeface="+mn-lt"/>
                <a:cs typeface="Mangal" panose="02040503050203030202" pitchFamily="18" charset="0"/>
              </a:defRPr>
            </a:lvl1pPr>
            <a:lvl2pPr marL="742950" indent="-285750">
              <a:buClr>
                <a:schemeClr val="bg1"/>
              </a:buClr>
              <a:buFont typeface="Courier New" panose="02070309020205020404" pitchFamily="49" charset="0"/>
              <a:buChar char="o"/>
              <a:defRPr sz="1400" b="0" i="0">
                <a:solidFill>
                  <a:schemeClr val="bg1"/>
                </a:solidFill>
                <a:latin typeface="+mn-lt"/>
                <a:cs typeface="Mangal" panose="02040503050203030202" pitchFamily="18" charset="0"/>
              </a:defRPr>
            </a:lvl2pPr>
            <a:lvl3pPr marL="1200150" indent="-285750">
              <a:buClr>
                <a:schemeClr val="bg1"/>
              </a:buClr>
              <a:buFont typeface="Courier New" panose="02070309020205020404" pitchFamily="49" charset="0"/>
              <a:buChar char="o"/>
              <a:defRPr sz="1400" b="0" i="0">
                <a:solidFill>
                  <a:schemeClr val="bg1"/>
                </a:solidFill>
                <a:latin typeface="+mn-lt"/>
                <a:cs typeface="Mangal" panose="02040503050203030202" pitchFamily="18" charset="0"/>
              </a:defRPr>
            </a:lvl3pPr>
            <a:lvl4pPr marL="1543050" indent="-171450">
              <a:buClr>
                <a:schemeClr val="bg1"/>
              </a:buClr>
              <a:buFont typeface="Courier New" panose="02070309020205020404" pitchFamily="49" charset="0"/>
              <a:buChar char="o"/>
              <a:defRPr sz="1400" b="0" i="0">
                <a:solidFill>
                  <a:schemeClr val="bg1"/>
                </a:solidFill>
                <a:latin typeface="+mn-lt"/>
                <a:cs typeface="Mangal" panose="02040503050203030202" pitchFamily="18" charset="0"/>
              </a:defRPr>
            </a:lvl4pPr>
            <a:lvl5pPr marL="2000250" indent="-171450">
              <a:buClr>
                <a:schemeClr val="bg1"/>
              </a:buClr>
              <a:buFont typeface="Courier New" panose="02070309020205020404" pitchFamily="49" charset="0"/>
              <a:buChar char="o"/>
              <a:defRPr sz="1400" b="0" i="0">
                <a:solidFill>
                  <a:schemeClr val="bg1"/>
                </a:solidFill>
                <a:latin typeface="+mn-lt"/>
                <a:cs typeface="Mangal" panose="02040503050203030202" pitchFamily="18" charset="0"/>
              </a:defRPr>
            </a:lvl5pPr>
          </a:lstStyle>
          <a:p>
            <a:pPr lvl="0"/>
            <a:r>
              <a:rPr lang="en-US" dirty="0"/>
              <a:t>Click to add text</a:t>
            </a:r>
          </a:p>
        </p:txBody>
      </p:sp>
      <p:sp>
        <p:nvSpPr>
          <p:cNvPr id="13" name="Text Placeholder 20">
            <a:extLst>
              <a:ext uri="{FF2B5EF4-FFF2-40B4-BE49-F238E27FC236}">
                <a16:creationId xmlns:a16="http://schemas.microsoft.com/office/drawing/2014/main" id="{7E41109A-8BEA-FEB0-7ED8-F6C1DB5D4BFB}"/>
              </a:ext>
            </a:extLst>
          </p:cNvPr>
          <p:cNvSpPr>
            <a:spLocks noGrp="1"/>
          </p:cNvSpPr>
          <p:nvPr>
            <p:ph type="body" sz="quarter" idx="18" hasCustomPrompt="1"/>
          </p:nvPr>
        </p:nvSpPr>
        <p:spPr>
          <a:xfrm>
            <a:off x="7604041" y="5703628"/>
            <a:ext cx="3523517" cy="355422"/>
          </a:xfrm>
        </p:spPr>
        <p:txBody>
          <a:bodyPr lIns="0" tIns="0" rIns="0" bIns="0"/>
          <a:lstStyle>
            <a:lvl1pPr marL="0" indent="0">
              <a:buClr>
                <a:schemeClr val="bg1"/>
              </a:buClr>
              <a:buFont typeface="Courier New" panose="02070309020205020404" pitchFamily="49" charset="0"/>
              <a:buNone/>
              <a:defRPr sz="1400" b="0" i="0">
                <a:solidFill>
                  <a:schemeClr val="bg1"/>
                </a:solidFill>
                <a:latin typeface="+mj-lt"/>
                <a:cs typeface="Mangal" panose="02040503050203030202" pitchFamily="18" charset="0"/>
              </a:defRPr>
            </a:lvl1pPr>
            <a:lvl2pPr marL="457200" indent="0">
              <a:buClr>
                <a:schemeClr val="bg1"/>
              </a:buClr>
              <a:buFont typeface="Courier New" panose="02070309020205020404" pitchFamily="49" charset="0"/>
              <a:buNone/>
              <a:defRPr sz="1400" b="0" i="0">
                <a:solidFill>
                  <a:schemeClr val="bg1"/>
                </a:solidFill>
                <a:latin typeface="+mn-lt"/>
                <a:cs typeface="Mangal" panose="02040503050203030202" pitchFamily="18" charset="0"/>
              </a:defRPr>
            </a:lvl2pPr>
            <a:lvl3pPr marL="914400" indent="0">
              <a:buClr>
                <a:schemeClr val="bg1"/>
              </a:buClr>
              <a:buFont typeface="Courier New" panose="02070309020205020404" pitchFamily="49" charset="0"/>
              <a:buNone/>
              <a:defRPr sz="1400" b="0" i="0">
                <a:solidFill>
                  <a:schemeClr val="bg1"/>
                </a:solidFill>
                <a:latin typeface="+mn-lt"/>
                <a:cs typeface="Mangal" panose="02040503050203030202" pitchFamily="18" charset="0"/>
              </a:defRPr>
            </a:lvl3pPr>
            <a:lvl4pPr marL="1371600" indent="0">
              <a:buClr>
                <a:schemeClr val="bg1"/>
              </a:buClr>
              <a:buFont typeface="Courier New" panose="02070309020205020404" pitchFamily="49" charset="0"/>
              <a:buNone/>
              <a:defRPr sz="1400" b="0" i="0">
                <a:solidFill>
                  <a:schemeClr val="bg1"/>
                </a:solidFill>
                <a:latin typeface="+mn-lt"/>
                <a:cs typeface="Mangal" panose="02040503050203030202" pitchFamily="18" charset="0"/>
              </a:defRPr>
            </a:lvl4pPr>
            <a:lvl5pPr marL="1828800" indent="0">
              <a:buClr>
                <a:schemeClr val="bg1"/>
              </a:buClr>
              <a:buFont typeface="Courier New" panose="02070309020205020404" pitchFamily="49" charset="0"/>
              <a:buNone/>
              <a:defRPr sz="1400" b="0" i="0">
                <a:solidFill>
                  <a:schemeClr val="bg1"/>
                </a:solidFill>
                <a:latin typeface="+mn-lt"/>
                <a:cs typeface="Mangal" panose="02040503050203030202" pitchFamily="18" charset="0"/>
              </a:defRPr>
            </a:lvl5pPr>
          </a:lstStyle>
          <a:p>
            <a:pPr lvl="0"/>
            <a:r>
              <a:rPr lang="en-US" dirty="0"/>
              <a:t>Click to add text</a:t>
            </a:r>
          </a:p>
        </p:txBody>
      </p:sp>
      <p:sp>
        <p:nvSpPr>
          <p:cNvPr id="8" name="Slide Number Placeholder 4">
            <a:extLst>
              <a:ext uri="{FF2B5EF4-FFF2-40B4-BE49-F238E27FC236}">
                <a16:creationId xmlns:a16="http://schemas.microsoft.com/office/drawing/2014/main" id="{A1792EFA-4352-DAB4-158E-53F26C8A0C65}"/>
              </a:ext>
            </a:extLst>
          </p:cNvPr>
          <p:cNvSpPr>
            <a:spLocks noGrp="1"/>
          </p:cNvSpPr>
          <p:nvPr>
            <p:ph type="sldNum" sz="quarter" idx="12"/>
          </p:nvPr>
        </p:nvSpPr>
        <p:spPr>
          <a:xfrm>
            <a:off x="11298350" y="6243403"/>
            <a:ext cx="720499" cy="279400"/>
          </a:xfrm>
        </p:spPr>
        <p:txBody>
          <a:bodyPr/>
          <a:lstStyle>
            <a:lvl1pPr algn="ctr">
              <a:defRPr sz="2800" b="1" i="1">
                <a:solidFill>
                  <a:schemeClr val="bg1"/>
                </a:solidFill>
                <a:latin typeface="+mj-lt"/>
                <a:ea typeface="MS PMincho" panose="02020600040205080304" pitchFamily="18" charset="-128"/>
                <a:cs typeface="Mangal" panose="02040503050203030202" pitchFamily="18" charset="0"/>
              </a:defRPr>
            </a:lvl1p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37979534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Comparison with Subtitle">
    <p:bg>
      <p:bgPr>
        <a:solidFill>
          <a:schemeClr val="tx1"/>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C91152F-5BDA-D61B-1CCF-A86EFB6F5540}"/>
              </a:ext>
            </a:extLst>
          </p:cNvPr>
          <p:cNvSpPr>
            <a:spLocks noGrp="1"/>
          </p:cNvSpPr>
          <p:nvPr>
            <p:ph type="title" hasCustomPrompt="1"/>
          </p:nvPr>
        </p:nvSpPr>
        <p:spPr>
          <a:xfrm>
            <a:off x="1082032" y="608075"/>
            <a:ext cx="10061455" cy="644653"/>
          </a:xfrm>
        </p:spPr>
        <p:txBody>
          <a:bodyPr lIns="0" tIns="0" rIns="0" bIns="0" anchor="ctr"/>
          <a:lstStyle>
            <a:lvl1pPr algn="l">
              <a:lnSpc>
                <a:spcPct val="75000"/>
              </a:lnSpc>
              <a:defRPr sz="4800" b="0" i="0" cap="all" spc="-150" baseline="0">
                <a:solidFill>
                  <a:schemeClr val="bg1"/>
                </a:solidFill>
                <a:latin typeface="+mj-lt"/>
                <a:ea typeface="MS PMincho" panose="02020600040205080304" pitchFamily="18" charset="-128"/>
                <a:cs typeface="Mangal" panose="02040503050203030202" pitchFamily="18" charset="0"/>
              </a:defRPr>
            </a:lvl1pPr>
          </a:lstStyle>
          <a:p>
            <a:r>
              <a:rPr lang="en-US" dirty="0"/>
              <a:t>Add title</a:t>
            </a:r>
          </a:p>
        </p:txBody>
      </p:sp>
      <p:sp>
        <p:nvSpPr>
          <p:cNvPr id="14" name="Footer Placeholder 3">
            <a:extLst>
              <a:ext uri="{FF2B5EF4-FFF2-40B4-BE49-F238E27FC236}">
                <a16:creationId xmlns:a16="http://schemas.microsoft.com/office/drawing/2014/main" id="{3A4E705D-525A-81AA-338A-E8C4405FA80B}"/>
              </a:ext>
            </a:extLst>
          </p:cNvPr>
          <p:cNvSpPr>
            <a:spLocks noGrp="1"/>
          </p:cNvSpPr>
          <p:nvPr>
            <p:ph type="ftr" sz="quarter" idx="11"/>
          </p:nvPr>
        </p:nvSpPr>
        <p:spPr>
          <a:xfrm rot="16200000">
            <a:off x="-2009849" y="3308393"/>
            <a:ext cx="5170509" cy="333752"/>
          </a:xfrm>
        </p:spPr>
        <p:txBody>
          <a:bodyPr/>
          <a:lstStyle>
            <a:lvl1pPr algn="ctr">
              <a:defRPr cap="all" baseline="0">
                <a:solidFill>
                  <a:schemeClr val="bg1"/>
                </a:solidFill>
                <a:latin typeface="+mn-lt"/>
                <a:ea typeface="Dotum" panose="020B0600000101010101" pitchFamily="34" charset="-127"/>
                <a:cs typeface="Mangal" panose="02040503050203030202" pitchFamily="18" charset="0"/>
              </a:defRPr>
            </a:lvl1pPr>
          </a:lstStyle>
          <a:p>
            <a:r>
              <a:rPr lang="en-US" dirty="0"/>
              <a:t>Click to add Footer</a:t>
            </a:r>
          </a:p>
        </p:txBody>
      </p:sp>
      <p:sp>
        <p:nvSpPr>
          <p:cNvPr id="20" name="Text Placeholder 19">
            <a:extLst>
              <a:ext uri="{FF2B5EF4-FFF2-40B4-BE49-F238E27FC236}">
                <a16:creationId xmlns:a16="http://schemas.microsoft.com/office/drawing/2014/main" id="{827C4070-4CFF-FDA7-C0F7-167D09EE7929}"/>
              </a:ext>
            </a:extLst>
          </p:cNvPr>
          <p:cNvSpPr>
            <a:spLocks noGrp="1"/>
          </p:cNvSpPr>
          <p:nvPr>
            <p:ph type="body" sz="quarter" idx="23" hasCustomPrompt="1"/>
          </p:nvPr>
        </p:nvSpPr>
        <p:spPr>
          <a:xfrm>
            <a:off x="1073710" y="1288398"/>
            <a:ext cx="10071100" cy="466725"/>
          </a:xfrm>
        </p:spPr>
        <p:txBody>
          <a:bodyPr lIns="0" rIns="0"/>
          <a:lstStyle>
            <a:lvl1pPr marL="0" indent="0">
              <a:buNone/>
              <a:defRPr sz="1400" cap="all" baseline="0">
                <a:solidFill>
                  <a:schemeClr val="bg1"/>
                </a:solidFill>
              </a:defRPr>
            </a:lvl1pPr>
            <a:lvl2pPr marL="457200" indent="0">
              <a:buNone/>
              <a:defRPr sz="1400" cap="all" baseline="0">
                <a:solidFill>
                  <a:schemeClr val="bg1"/>
                </a:solidFill>
              </a:defRPr>
            </a:lvl2pPr>
            <a:lvl3pPr marL="914400" indent="0">
              <a:buNone/>
              <a:defRPr sz="1400" cap="all" baseline="0">
                <a:solidFill>
                  <a:schemeClr val="bg1"/>
                </a:solidFill>
              </a:defRPr>
            </a:lvl3pPr>
            <a:lvl4pPr marL="1371600" indent="0">
              <a:buNone/>
              <a:defRPr sz="1400" cap="all" baseline="0">
                <a:solidFill>
                  <a:schemeClr val="bg1"/>
                </a:solidFill>
              </a:defRPr>
            </a:lvl4pPr>
            <a:lvl5pPr marL="1828800" indent="0">
              <a:buNone/>
              <a:defRPr sz="1400" cap="all" baseline="0">
                <a:solidFill>
                  <a:schemeClr val="bg1"/>
                </a:solidFill>
              </a:defRPr>
            </a:lvl5pPr>
          </a:lstStyle>
          <a:p>
            <a:pPr lvl="0"/>
            <a:r>
              <a:rPr lang="en-US" dirty="0"/>
              <a:t>Click to add subtitle</a:t>
            </a:r>
          </a:p>
        </p:txBody>
      </p:sp>
      <p:grpSp>
        <p:nvGrpSpPr>
          <p:cNvPr id="9" name="Group 8">
            <a:extLst>
              <a:ext uri="{FF2B5EF4-FFF2-40B4-BE49-F238E27FC236}">
                <a16:creationId xmlns:a16="http://schemas.microsoft.com/office/drawing/2014/main" id="{3522E8A7-C256-4D0D-38F5-744CC21A3F1B}"/>
              </a:ext>
              <a:ext uri="{C183D7F6-B498-43B3-948B-1728B52AA6E4}">
                <adec:decorative xmlns:adec="http://schemas.microsoft.com/office/drawing/2017/decorative" val="1"/>
              </a:ext>
            </a:extLst>
          </p:cNvPr>
          <p:cNvGrpSpPr/>
          <p:nvPr userDrawn="1"/>
        </p:nvGrpSpPr>
        <p:grpSpPr>
          <a:xfrm>
            <a:off x="11613628" y="335197"/>
            <a:ext cx="89941" cy="314793"/>
            <a:chOff x="5538866" y="1851285"/>
            <a:chExt cx="89941" cy="314793"/>
          </a:xfrm>
          <a:solidFill>
            <a:schemeClr val="bg1"/>
          </a:solidFill>
        </p:grpSpPr>
        <p:sp>
          <p:nvSpPr>
            <p:cNvPr id="10" name="Oval 9">
              <a:extLst>
                <a:ext uri="{FF2B5EF4-FFF2-40B4-BE49-F238E27FC236}">
                  <a16:creationId xmlns:a16="http://schemas.microsoft.com/office/drawing/2014/main" id="{7194A7E3-B379-7E79-0952-AF4C6A614000}"/>
                </a:ext>
              </a:extLst>
            </p:cNvPr>
            <p:cNvSpPr/>
            <p:nvPr userDrawn="1"/>
          </p:nvSpPr>
          <p:spPr>
            <a:xfrm>
              <a:off x="5538866" y="1851285"/>
              <a:ext cx="89941" cy="8994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716CD3AC-CC76-8555-8E6F-C480301CF8B9}"/>
                </a:ext>
              </a:extLst>
            </p:cNvPr>
            <p:cNvSpPr/>
            <p:nvPr userDrawn="1"/>
          </p:nvSpPr>
          <p:spPr>
            <a:xfrm>
              <a:off x="5538866" y="2076137"/>
              <a:ext cx="89941" cy="8994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cxnSp>
        <p:nvCxnSpPr>
          <p:cNvPr id="12" name="Straight Connector 11">
            <a:extLst>
              <a:ext uri="{FF2B5EF4-FFF2-40B4-BE49-F238E27FC236}">
                <a16:creationId xmlns:a16="http://schemas.microsoft.com/office/drawing/2014/main" id="{C24A05F7-5B34-541E-2738-B83DA06E5C30}"/>
              </a:ext>
              <a:ext uri="{C183D7F6-B498-43B3-948B-1728B52AA6E4}">
                <adec:decorative xmlns:adec="http://schemas.microsoft.com/office/drawing/2017/decorative" val="1"/>
              </a:ext>
            </a:extLst>
          </p:cNvPr>
          <p:cNvCxnSpPr>
            <a:cxnSpLocks/>
          </p:cNvCxnSpPr>
          <p:nvPr userDrawn="1"/>
        </p:nvCxnSpPr>
        <p:spPr>
          <a:xfrm>
            <a:off x="11658599" y="890016"/>
            <a:ext cx="0" cy="517050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5" name="Group 24">
            <a:extLst>
              <a:ext uri="{FF2B5EF4-FFF2-40B4-BE49-F238E27FC236}">
                <a16:creationId xmlns:a16="http://schemas.microsoft.com/office/drawing/2014/main" id="{49BB1C6E-F2CD-1DED-4142-D5222335150C}"/>
              </a:ext>
              <a:ext uri="{C183D7F6-B498-43B3-948B-1728B52AA6E4}">
                <adec:decorative xmlns:adec="http://schemas.microsoft.com/office/drawing/2017/decorative" val="1"/>
              </a:ext>
            </a:extLst>
          </p:cNvPr>
          <p:cNvGrpSpPr/>
          <p:nvPr userDrawn="1"/>
        </p:nvGrpSpPr>
        <p:grpSpPr>
          <a:xfrm>
            <a:off x="530436" y="6223933"/>
            <a:ext cx="89941" cy="314793"/>
            <a:chOff x="5538866" y="1851285"/>
            <a:chExt cx="89941" cy="314793"/>
          </a:xfrm>
          <a:noFill/>
        </p:grpSpPr>
        <p:sp>
          <p:nvSpPr>
            <p:cNvPr id="26" name="Oval 25">
              <a:extLst>
                <a:ext uri="{FF2B5EF4-FFF2-40B4-BE49-F238E27FC236}">
                  <a16:creationId xmlns:a16="http://schemas.microsoft.com/office/drawing/2014/main" id="{DC2674DE-70B7-1DB1-C9EA-ECDEDE00980F}"/>
                </a:ext>
              </a:extLst>
            </p:cNvPr>
            <p:cNvSpPr/>
            <p:nvPr userDrawn="1"/>
          </p:nvSpPr>
          <p:spPr>
            <a:xfrm>
              <a:off x="5538866" y="1851285"/>
              <a:ext cx="89941" cy="89941"/>
            </a:xfrm>
            <a:prstGeom prst="ellipse">
              <a:avLst/>
            </a:prstGeom>
            <a:gr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Oval 26">
              <a:extLst>
                <a:ext uri="{FF2B5EF4-FFF2-40B4-BE49-F238E27FC236}">
                  <a16:creationId xmlns:a16="http://schemas.microsoft.com/office/drawing/2014/main" id="{37F3A17F-5078-CA09-1C2A-A278DF540EB2}"/>
                </a:ext>
              </a:extLst>
            </p:cNvPr>
            <p:cNvSpPr/>
            <p:nvPr userDrawn="1"/>
          </p:nvSpPr>
          <p:spPr>
            <a:xfrm>
              <a:off x="5538866" y="2076137"/>
              <a:ext cx="89941" cy="89941"/>
            </a:xfrm>
            <a:prstGeom prst="ellipse">
              <a:avLst/>
            </a:prstGeom>
            <a:gr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 name="Picture Placeholder 11" descr="picture placeholder">
            <a:extLst>
              <a:ext uri="{FF2B5EF4-FFF2-40B4-BE49-F238E27FC236}">
                <a16:creationId xmlns:a16="http://schemas.microsoft.com/office/drawing/2014/main" id="{C74EC289-9E3B-2A85-FFCE-107B0E3B585D}"/>
              </a:ext>
            </a:extLst>
          </p:cNvPr>
          <p:cNvSpPr>
            <a:spLocks noGrp="1"/>
          </p:cNvSpPr>
          <p:nvPr>
            <p:ph type="pic" sz="quarter" idx="16"/>
          </p:nvPr>
        </p:nvSpPr>
        <p:spPr>
          <a:xfrm>
            <a:off x="1100853" y="1954306"/>
            <a:ext cx="2939694" cy="2754854"/>
          </a:xfrm>
        </p:spPr>
        <p:txBody>
          <a:bodyPr/>
          <a:lstStyle>
            <a:lvl1pPr marL="0" indent="0" algn="ctr">
              <a:buNone/>
              <a:defRPr sz="1400">
                <a:solidFill>
                  <a:schemeClr val="bg1"/>
                </a:solidFill>
                <a:latin typeface="+mn-lt"/>
                <a:ea typeface="Dotum" panose="020B0600000101010101" pitchFamily="34" charset="-127"/>
              </a:defRPr>
            </a:lvl1pPr>
          </a:lstStyle>
          <a:p>
            <a:r>
              <a:rPr lang="en-US"/>
              <a:t>Click icon to add picture</a:t>
            </a:r>
            <a:endParaRPr lang="en-US" dirty="0"/>
          </a:p>
        </p:txBody>
      </p:sp>
      <p:sp>
        <p:nvSpPr>
          <p:cNvPr id="17" name="Text Placeholder 20">
            <a:extLst>
              <a:ext uri="{FF2B5EF4-FFF2-40B4-BE49-F238E27FC236}">
                <a16:creationId xmlns:a16="http://schemas.microsoft.com/office/drawing/2014/main" id="{BABDA1A4-3206-A325-2576-C4DB8737BB3A}"/>
              </a:ext>
            </a:extLst>
          </p:cNvPr>
          <p:cNvSpPr>
            <a:spLocks noGrp="1"/>
          </p:cNvSpPr>
          <p:nvPr>
            <p:ph type="body" sz="quarter" idx="14" hasCustomPrompt="1"/>
          </p:nvPr>
        </p:nvSpPr>
        <p:spPr>
          <a:xfrm>
            <a:off x="1092783" y="5138927"/>
            <a:ext cx="2939689" cy="921596"/>
          </a:xfrm>
        </p:spPr>
        <p:txBody>
          <a:bodyPr lIns="0" tIns="0" rIns="0" bIns="0"/>
          <a:lstStyle>
            <a:lvl1pPr marL="0" indent="0">
              <a:buClr>
                <a:schemeClr val="bg1"/>
              </a:buClr>
              <a:buFont typeface="Courier New" panose="02070309020205020404" pitchFamily="49" charset="0"/>
              <a:buNone/>
              <a:defRPr sz="1400" b="0" i="0">
                <a:solidFill>
                  <a:schemeClr val="bg1"/>
                </a:solidFill>
                <a:latin typeface="+mn-lt"/>
                <a:cs typeface="Mangal" panose="02040503050203030202" pitchFamily="18" charset="0"/>
              </a:defRPr>
            </a:lvl1pPr>
            <a:lvl2pPr marL="457200" indent="0">
              <a:buClr>
                <a:schemeClr val="bg1"/>
              </a:buClr>
              <a:buFont typeface="Courier New" panose="02070309020205020404" pitchFamily="49" charset="0"/>
              <a:buNone/>
              <a:defRPr sz="1400" b="0" i="0">
                <a:solidFill>
                  <a:schemeClr val="bg1"/>
                </a:solidFill>
                <a:latin typeface="+mn-lt"/>
                <a:cs typeface="Mangal" panose="02040503050203030202" pitchFamily="18" charset="0"/>
              </a:defRPr>
            </a:lvl2pPr>
            <a:lvl3pPr marL="914400" indent="0">
              <a:buClr>
                <a:schemeClr val="bg1"/>
              </a:buClr>
              <a:buFont typeface="Courier New" panose="02070309020205020404" pitchFamily="49" charset="0"/>
              <a:buNone/>
              <a:defRPr sz="1400" b="0" i="0">
                <a:solidFill>
                  <a:schemeClr val="bg1"/>
                </a:solidFill>
                <a:latin typeface="+mn-lt"/>
                <a:cs typeface="Mangal" panose="02040503050203030202" pitchFamily="18" charset="0"/>
              </a:defRPr>
            </a:lvl3pPr>
            <a:lvl4pPr marL="1371600" indent="0">
              <a:buClr>
                <a:schemeClr val="bg1"/>
              </a:buClr>
              <a:buFont typeface="Courier New" panose="02070309020205020404" pitchFamily="49" charset="0"/>
              <a:buNone/>
              <a:defRPr sz="1400" b="0" i="0">
                <a:solidFill>
                  <a:schemeClr val="bg1"/>
                </a:solidFill>
                <a:latin typeface="+mn-lt"/>
                <a:cs typeface="Mangal" panose="02040503050203030202" pitchFamily="18" charset="0"/>
              </a:defRPr>
            </a:lvl4pPr>
            <a:lvl5pPr marL="1828800" indent="0">
              <a:buClr>
                <a:schemeClr val="bg1"/>
              </a:buClr>
              <a:buFont typeface="Courier New" panose="02070309020205020404" pitchFamily="49" charset="0"/>
              <a:buNone/>
              <a:defRPr sz="1400" b="0" i="0">
                <a:solidFill>
                  <a:schemeClr val="bg1"/>
                </a:solidFill>
                <a:latin typeface="+mn-lt"/>
                <a:cs typeface="Mangal" panose="02040503050203030202" pitchFamily="18" charset="0"/>
              </a:defRPr>
            </a:lvl5pPr>
          </a:lstStyle>
          <a:p>
            <a:pPr lvl="0"/>
            <a:r>
              <a:rPr lang="en-US" dirty="0"/>
              <a:t>Click to add text</a:t>
            </a:r>
          </a:p>
        </p:txBody>
      </p:sp>
      <p:sp>
        <p:nvSpPr>
          <p:cNvPr id="16" name="Picture Placeholder 11" descr="picture placeholder">
            <a:extLst>
              <a:ext uri="{FF2B5EF4-FFF2-40B4-BE49-F238E27FC236}">
                <a16:creationId xmlns:a16="http://schemas.microsoft.com/office/drawing/2014/main" id="{6056702D-014D-8146-A1CF-42D52C1D1B08}"/>
              </a:ext>
            </a:extLst>
          </p:cNvPr>
          <p:cNvSpPr>
            <a:spLocks noGrp="1"/>
          </p:cNvSpPr>
          <p:nvPr>
            <p:ph type="pic" sz="quarter" idx="21"/>
          </p:nvPr>
        </p:nvSpPr>
        <p:spPr>
          <a:xfrm>
            <a:off x="4642912" y="1954306"/>
            <a:ext cx="2939694" cy="2754854"/>
          </a:xfrm>
        </p:spPr>
        <p:txBody>
          <a:bodyPr/>
          <a:lstStyle>
            <a:lvl1pPr marL="0" indent="0" algn="ctr">
              <a:buNone/>
              <a:defRPr sz="1400">
                <a:solidFill>
                  <a:schemeClr val="bg1"/>
                </a:solidFill>
                <a:latin typeface="+mn-lt"/>
                <a:ea typeface="Dotum" panose="020B0600000101010101" pitchFamily="34" charset="-127"/>
              </a:defRPr>
            </a:lvl1pPr>
          </a:lstStyle>
          <a:p>
            <a:r>
              <a:rPr lang="en-US"/>
              <a:t>Click icon to add picture</a:t>
            </a:r>
            <a:endParaRPr lang="en-US" dirty="0"/>
          </a:p>
        </p:txBody>
      </p:sp>
      <p:sp>
        <p:nvSpPr>
          <p:cNvPr id="6" name="Text Placeholder 20">
            <a:extLst>
              <a:ext uri="{FF2B5EF4-FFF2-40B4-BE49-F238E27FC236}">
                <a16:creationId xmlns:a16="http://schemas.microsoft.com/office/drawing/2014/main" id="{ED97174A-CD7A-C701-0CE9-02D5F895EF90}"/>
              </a:ext>
            </a:extLst>
          </p:cNvPr>
          <p:cNvSpPr>
            <a:spLocks noGrp="1"/>
          </p:cNvSpPr>
          <p:nvPr>
            <p:ph type="body" sz="quarter" idx="18" hasCustomPrompt="1"/>
          </p:nvPr>
        </p:nvSpPr>
        <p:spPr>
          <a:xfrm>
            <a:off x="4642917" y="5138927"/>
            <a:ext cx="2939689" cy="921596"/>
          </a:xfrm>
        </p:spPr>
        <p:txBody>
          <a:bodyPr lIns="0" tIns="0" rIns="0" bIns="0"/>
          <a:lstStyle>
            <a:lvl1pPr marL="0" indent="0">
              <a:buClr>
                <a:schemeClr val="bg1"/>
              </a:buClr>
              <a:buFont typeface="Courier New" panose="02070309020205020404" pitchFamily="49" charset="0"/>
              <a:buNone/>
              <a:defRPr sz="1400" b="0" i="0">
                <a:solidFill>
                  <a:schemeClr val="bg1"/>
                </a:solidFill>
                <a:latin typeface="+mn-lt"/>
                <a:cs typeface="Mangal" panose="02040503050203030202" pitchFamily="18" charset="0"/>
              </a:defRPr>
            </a:lvl1pPr>
            <a:lvl2pPr marL="457200" indent="0">
              <a:buClr>
                <a:schemeClr val="bg1"/>
              </a:buClr>
              <a:buFont typeface="Courier New" panose="02070309020205020404" pitchFamily="49" charset="0"/>
              <a:buNone/>
              <a:defRPr sz="1400" b="0" i="0">
                <a:solidFill>
                  <a:schemeClr val="bg1"/>
                </a:solidFill>
                <a:latin typeface="+mn-lt"/>
                <a:cs typeface="Mangal" panose="02040503050203030202" pitchFamily="18" charset="0"/>
              </a:defRPr>
            </a:lvl2pPr>
            <a:lvl3pPr marL="914400" indent="0">
              <a:buClr>
                <a:schemeClr val="bg1"/>
              </a:buClr>
              <a:buFont typeface="Courier New" panose="02070309020205020404" pitchFamily="49" charset="0"/>
              <a:buNone/>
              <a:defRPr sz="1400" b="0" i="0">
                <a:solidFill>
                  <a:schemeClr val="bg1"/>
                </a:solidFill>
                <a:latin typeface="+mn-lt"/>
                <a:cs typeface="Mangal" panose="02040503050203030202" pitchFamily="18" charset="0"/>
              </a:defRPr>
            </a:lvl3pPr>
            <a:lvl4pPr marL="1371600" indent="0">
              <a:buClr>
                <a:schemeClr val="bg1"/>
              </a:buClr>
              <a:buFont typeface="Courier New" panose="02070309020205020404" pitchFamily="49" charset="0"/>
              <a:buNone/>
              <a:defRPr sz="1400" b="0" i="0">
                <a:solidFill>
                  <a:schemeClr val="bg1"/>
                </a:solidFill>
                <a:latin typeface="+mn-lt"/>
                <a:cs typeface="Mangal" panose="02040503050203030202" pitchFamily="18" charset="0"/>
              </a:defRPr>
            </a:lvl4pPr>
            <a:lvl5pPr marL="1828800" indent="0">
              <a:buClr>
                <a:schemeClr val="bg1"/>
              </a:buClr>
              <a:buFont typeface="Courier New" panose="02070309020205020404" pitchFamily="49" charset="0"/>
              <a:buNone/>
              <a:defRPr sz="1400" b="0" i="0">
                <a:solidFill>
                  <a:schemeClr val="bg1"/>
                </a:solidFill>
                <a:latin typeface="+mn-lt"/>
                <a:cs typeface="Mangal" panose="02040503050203030202" pitchFamily="18" charset="0"/>
              </a:defRPr>
            </a:lvl5pPr>
          </a:lstStyle>
          <a:p>
            <a:pPr lvl="0"/>
            <a:r>
              <a:rPr lang="en-US" dirty="0"/>
              <a:t>Click to add text</a:t>
            </a:r>
          </a:p>
        </p:txBody>
      </p:sp>
      <p:sp>
        <p:nvSpPr>
          <p:cNvPr id="18" name="Picture Placeholder 11" descr="picture placeholder">
            <a:extLst>
              <a:ext uri="{FF2B5EF4-FFF2-40B4-BE49-F238E27FC236}">
                <a16:creationId xmlns:a16="http://schemas.microsoft.com/office/drawing/2014/main" id="{1AE62733-AF33-D10E-D484-04859AC2A447}"/>
              </a:ext>
            </a:extLst>
          </p:cNvPr>
          <p:cNvSpPr>
            <a:spLocks noGrp="1"/>
          </p:cNvSpPr>
          <p:nvPr>
            <p:ph type="pic" sz="quarter" idx="22"/>
          </p:nvPr>
        </p:nvSpPr>
        <p:spPr>
          <a:xfrm>
            <a:off x="8203793" y="1954306"/>
            <a:ext cx="2939694" cy="2754854"/>
          </a:xfrm>
        </p:spPr>
        <p:txBody>
          <a:bodyPr/>
          <a:lstStyle>
            <a:lvl1pPr marL="0" indent="0" algn="ctr">
              <a:buNone/>
              <a:defRPr sz="1400">
                <a:solidFill>
                  <a:schemeClr val="bg1"/>
                </a:solidFill>
                <a:latin typeface="+mn-lt"/>
                <a:ea typeface="Dotum" panose="020B0600000101010101" pitchFamily="34" charset="-127"/>
              </a:defRPr>
            </a:lvl1pPr>
          </a:lstStyle>
          <a:p>
            <a:r>
              <a:rPr lang="en-US"/>
              <a:t>Click icon to add picture</a:t>
            </a:r>
            <a:endParaRPr lang="en-US" dirty="0"/>
          </a:p>
        </p:txBody>
      </p:sp>
      <p:sp>
        <p:nvSpPr>
          <p:cNvPr id="15" name="Text Placeholder 20">
            <a:extLst>
              <a:ext uri="{FF2B5EF4-FFF2-40B4-BE49-F238E27FC236}">
                <a16:creationId xmlns:a16="http://schemas.microsoft.com/office/drawing/2014/main" id="{99B6060F-8C38-5C36-BCF1-620E2F4AF90F}"/>
              </a:ext>
            </a:extLst>
          </p:cNvPr>
          <p:cNvSpPr>
            <a:spLocks noGrp="1"/>
          </p:cNvSpPr>
          <p:nvPr>
            <p:ph type="body" sz="quarter" idx="20" hasCustomPrompt="1"/>
          </p:nvPr>
        </p:nvSpPr>
        <p:spPr>
          <a:xfrm>
            <a:off x="8203798" y="5138927"/>
            <a:ext cx="2939689" cy="921596"/>
          </a:xfrm>
        </p:spPr>
        <p:txBody>
          <a:bodyPr lIns="0" tIns="0" rIns="0" bIns="0"/>
          <a:lstStyle>
            <a:lvl1pPr marL="0" indent="0">
              <a:buClr>
                <a:schemeClr val="bg1"/>
              </a:buClr>
              <a:buFont typeface="Courier New" panose="02070309020205020404" pitchFamily="49" charset="0"/>
              <a:buNone/>
              <a:defRPr sz="1400" b="0" i="0">
                <a:solidFill>
                  <a:schemeClr val="bg1"/>
                </a:solidFill>
                <a:latin typeface="+mn-lt"/>
                <a:cs typeface="Mangal" panose="02040503050203030202" pitchFamily="18" charset="0"/>
              </a:defRPr>
            </a:lvl1pPr>
            <a:lvl2pPr marL="457200" indent="0">
              <a:buClr>
                <a:schemeClr val="bg1"/>
              </a:buClr>
              <a:buFont typeface="Courier New" panose="02070309020205020404" pitchFamily="49" charset="0"/>
              <a:buNone/>
              <a:defRPr sz="1400" b="0" i="0">
                <a:solidFill>
                  <a:schemeClr val="bg1"/>
                </a:solidFill>
                <a:latin typeface="+mn-lt"/>
                <a:cs typeface="Mangal" panose="02040503050203030202" pitchFamily="18" charset="0"/>
              </a:defRPr>
            </a:lvl2pPr>
            <a:lvl3pPr marL="914400" indent="0">
              <a:buClr>
                <a:schemeClr val="bg1"/>
              </a:buClr>
              <a:buFont typeface="Courier New" panose="02070309020205020404" pitchFamily="49" charset="0"/>
              <a:buNone/>
              <a:defRPr sz="1400" b="0" i="0">
                <a:solidFill>
                  <a:schemeClr val="bg1"/>
                </a:solidFill>
                <a:latin typeface="+mn-lt"/>
                <a:cs typeface="Mangal" panose="02040503050203030202" pitchFamily="18" charset="0"/>
              </a:defRPr>
            </a:lvl3pPr>
            <a:lvl4pPr marL="1371600" indent="0">
              <a:buClr>
                <a:schemeClr val="bg1"/>
              </a:buClr>
              <a:buFont typeface="Courier New" panose="02070309020205020404" pitchFamily="49" charset="0"/>
              <a:buNone/>
              <a:defRPr sz="1400" b="0" i="0">
                <a:solidFill>
                  <a:schemeClr val="bg1"/>
                </a:solidFill>
                <a:latin typeface="+mn-lt"/>
                <a:cs typeface="Mangal" panose="02040503050203030202" pitchFamily="18" charset="0"/>
              </a:defRPr>
            </a:lvl4pPr>
            <a:lvl5pPr marL="1828800" indent="0">
              <a:buClr>
                <a:schemeClr val="bg1"/>
              </a:buClr>
              <a:buFont typeface="Courier New" panose="02070309020205020404" pitchFamily="49" charset="0"/>
              <a:buNone/>
              <a:defRPr sz="1400" b="0" i="0">
                <a:solidFill>
                  <a:schemeClr val="bg1"/>
                </a:solidFill>
                <a:latin typeface="+mn-lt"/>
                <a:cs typeface="Mangal" panose="02040503050203030202" pitchFamily="18" charset="0"/>
              </a:defRPr>
            </a:lvl5pPr>
          </a:lstStyle>
          <a:p>
            <a:pPr lvl="0"/>
            <a:r>
              <a:rPr lang="en-US" dirty="0"/>
              <a:t>Click to add text</a:t>
            </a:r>
          </a:p>
        </p:txBody>
      </p:sp>
      <p:sp>
        <p:nvSpPr>
          <p:cNvPr id="8" name="Slide Number Placeholder 4">
            <a:extLst>
              <a:ext uri="{FF2B5EF4-FFF2-40B4-BE49-F238E27FC236}">
                <a16:creationId xmlns:a16="http://schemas.microsoft.com/office/drawing/2014/main" id="{A1792EFA-4352-DAB4-158E-53F26C8A0C65}"/>
              </a:ext>
            </a:extLst>
          </p:cNvPr>
          <p:cNvSpPr>
            <a:spLocks noGrp="1"/>
          </p:cNvSpPr>
          <p:nvPr>
            <p:ph type="sldNum" sz="quarter" idx="12"/>
          </p:nvPr>
        </p:nvSpPr>
        <p:spPr>
          <a:xfrm>
            <a:off x="11298350" y="6243403"/>
            <a:ext cx="720499" cy="279400"/>
          </a:xfrm>
        </p:spPr>
        <p:txBody>
          <a:bodyPr/>
          <a:lstStyle>
            <a:lvl1pPr algn="ctr">
              <a:defRPr sz="2800" b="1" i="1">
                <a:solidFill>
                  <a:schemeClr val="bg1"/>
                </a:solidFill>
                <a:latin typeface="+mj-lt"/>
                <a:ea typeface="MS PMincho" panose="02020600040205080304" pitchFamily="18" charset="-128"/>
                <a:cs typeface="Mangal" panose="02040503050203030202" pitchFamily="18" charset="0"/>
              </a:defRPr>
            </a:lvl1p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4576347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p:bg>
      <p:bgPr>
        <a:solidFill>
          <a:schemeClr val="tx1"/>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C91152F-5BDA-D61B-1CCF-A86EFB6F5540}"/>
              </a:ext>
            </a:extLst>
          </p:cNvPr>
          <p:cNvSpPr>
            <a:spLocks noGrp="1"/>
          </p:cNvSpPr>
          <p:nvPr>
            <p:ph type="title" hasCustomPrompt="1"/>
          </p:nvPr>
        </p:nvSpPr>
        <p:spPr>
          <a:xfrm>
            <a:off x="1082370" y="613839"/>
            <a:ext cx="4833725" cy="1713677"/>
          </a:xfrm>
        </p:spPr>
        <p:txBody>
          <a:bodyPr lIns="0" tIns="0" rIns="0" bIns="0" anchor="t"/>
          <a:lstStyle>
            <a:lvl1pPr algn="l">
              <a:lnSpc>
                <a:spcPct val="75000"/>
              </a:lnSpc>
              <a:defRPr sz="4800" b="0" i="0" spc="-150" baseline="0">
                <a:solidFill>
                  <a:schemeClr val="bg1"/>
                </a:solidFill>
                <a:latin typeface="+mj-lt"/>
                <a:ea typeface="MS PMincho" panose="02020600040205080304" pitchFamily="18" charset="-128"/>
                <a:cs typeface="Mangal" panose="02040503050203030202" pitchFamily="18" charset="0"/>
              </a:defRPr>
            </a:lvl1pPr>
          </a:lstStyle>
          <a:p>
            <a:r>
              <a:rPr lang="en-US" dirty="0"/>
              <a:t>Add title</a:t>
            </a:r>
          </a:p>
        </p:txBody>
      </p:sp>
      <p:grpSp>
        <p:nvGrpSpPr>
          <p:cNvPr id="9" name="Group 8">
            <a:extLst>
              <a:ext uri="{FF2B5EF4-FFF2-40B4-BE49-F238E27FC236}">
                <a16:creationId xmlns:a16="http://schemas.microsoft.com/office/drawing/2014/main" id="{3522E8A7-C256-4D0D-38F5-744CC21A3F1B}"/>
              </a:ext>
              <a:ext uri="{C183D7F6-B498-43B3-948B-1728B52AA6E4}">
                <adec:decorative xmlns:adec="http://schemas.microsoft.com/office/drawing/2017/decorative" val="1"/>
              </a:ext>
            </a:extLst>
          </p:cNvPr>
          <p:cNvGrpSpPr/>
          <p:nvPr userDrawn="1"/>
        </p:nvGrpSpPr>
        <p:grpSpPr>
          <a:xfrm>
            <a:off x="11613628" y="335197"/>
            <a:ext cx="89941" cy="314793"/>
            <a:chOff x="5538866" y="1851285"/>
            <a:chExt cx="89941" cy="314793"/>
          </a:xfrm>
          <a:solidFill>
            <a:schemeClr val="bg1"/>
          </a:solidFill>
        </p:grpSpPr>
        <p:sp>
          <p:nvSpPr>
            <p:cNvPr id="10" name="Oval 9">
              <a:extLst>
                <a:ext uri="{FF2B5EF4-FFF2-40B4-BE49-F238E27FC236}">
                  <a16:creationId xmlns:a16="http://schemas.microsoft.com/office/drawing/2014/main" id="{7194A7E3-B379-7E79-0952-AF4C6A614000}"/>
                </a:ext>
              </a:extLst>
            </p:cNvPr>
            <p:cNvSpPr/>
            <p:nvPr userDrawn="1"/>
          </p:nvSpPr>
          <p:spPr>
            <a:xfrm>
              <a:off x="5538866" y="1851285"/>
              <a:ext cx="89941" cy="8994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716CD3AC-CC76-8555-8E6F-C480301CF8B9}"/>
                </a:ext>
              </a:extLst>
            </p:cNvPr>
            <p:cNvSpPr/>
            <p:nvPr userDrawn="1"/>
          </p:nvSpPr>
          <p:spPr>
            <a:xfrm>
              <a:off x="5538866" y="2076137"/>
              <a:ext cx="89941" cy="8994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cxnSp>
        <p:nvCxnSpPr>
          <p:cNvPr id="12" name="Straight Connector 11">
            <a:extLst>
              <a:ext uri="{FF2B5EF4-FFF2-40B4-BE49-F238E27FC236}">
                <a16:creationId xmlns:a16="http://schemas.microsoft.com/office/drawing/2014/main" id="{C24A05F7-5B34-541E-2738-B83DA06E5C30}"/>
              </a:ext>
              <a:ext uri="{C183D7F6-B498-43B3-948B-1728B52AA6E4}">
                <adec:decorative xmlns:adec="http://schemas.microsoft.com/office/drawing/2017/decorative" val="1"/>
              </a:ext>
            </a:extLst>
          </p:cNvPr>
          <p:cNvCxnSpPr>
            <a:cxnSpLocks/>
          </p:cNvCxnSpPr>
          <p:nvPr userDrawn="1"/>
        </p:nvCxnSpPr>
        <p:spPr>
          <a:xfrm>
            <a:off x="11658599" y="890016"/>
            <a:ext cx="0" cy="517050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5" name="Group 24">
            <a:extLst>
              <a:ext uri="{FF2B5EF4-FFF2-40B4-BE49-F238E27FC236}">
                <a16:creationId xmlns:a16="http://schemas.microsoft.com/office/drawing/2014/main" id="{49BB1C6E-F2CD-1DED-4142-D5222335150C}"/>
              </a:ext>
              <a:ext uri="{C183D7F6-B498-43B3-948B-1728B52AA6E4}">
                <adec:decorative xmlns:adec="http://schemas.microsoft.com/office/drawing/2017/decorative" val="1"/>
              </a:ext>
            </a:extLst>
          </p:cNvPr>
          <p:cNvGrpSpPr/>
          <p:nvPr userDrawn="1"/>
        </p:nvGrpSpPr>
        <p:grpSpPr>
          <a:xfrm>
            <a:off x="530436" y="6223933"/>
            <a:ext cx="89941" cy="314793"/>
            <a:chOff x="5538866" y="1851285"/>
            <a:chExt cx="89941" cy="314793"/>
          </a:xfrm>
          <a:noFill/>
        </p:grpSpPr>
        <p:sp>
          <p:nvSpPr>
            <p:cNvPr id="26" name="Oval 25">
              <a:extLst>
                <a:ext uri="{FF2B5EF4-FFF2-40B4-BE49-F238E27FC236}">
                  <a16:creationId xmlns:a16="http://schemas.microsoft.com/office/drawing/2014/main" id="{DC2674DE-70B7-1DB1-C9EA-ECDEDE00980F}"/>
                </a:ext>
              </a:extLst>
            </p:cNvPr>
            <p:cNvSpPr/>
            <p:nvPr userDrawn="1"/>
          </p:nvSpPr>
          <p:spPr>
            <a:xfrm>
              <a:off x="5538866" y="1851285"/>
              <a:ext cx="89941" cy="89941"/>
            </a:xfrm>
            <a:prstGeom prst="ellipse">
              <a:avLst/>
            </a:prstGeom>
            <a:gr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Oval 26">
              <a:extLst>
                <a:ext uri="{FF2B5EF4-FFF2-40B4-BE49-F238E27FC236}">
                  <a16:creationId xmlns:a16="http://schemas.microsoft.com/office/drawing/2014/main" id="{37F3A17F-5078-CA09-1C2A-A278DF540EB2}"/>
                </a:ext>
              </a:extLst>
            </p:cNvPr>
            <p:cNvSpPr/>
            <p:nvPr userDrawn="1"/>
          </p:nvSpPr>
          <p:spPr>
            <a:xfrm>
              <a:off x="5538866" y="2076137"/>
              <a:ext cx="89941" cy="89941"/>
            </a:xfrm>
            <a:prstGeom prst="ellipse">
              <a:avLst/>
            </a:prstGeom>
            <a:gr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4" name="Footer Placeholder 3">
            <a:extLst>
              <a:ext uri="{FF2B5EF4-FFF2-40B4-BE49-F238E27FC236}">
                <a16:creationId xmlns:a16="http://schemas.microsoft.com/office/drawing/2014/main" id="{3A4E705D-525A-81AA-338A-E8C4405FA80B}"/>
              </a:ext>
            </a:extLst>
          </p:cNvPr>
          <p:cNvSpPr>
            <a:spLocks noGrp="1"/>
          </p:cNvSpPr>
          <p:nvPr>
            <p:ph type="ftr" sz="quarter" idx="11"/>
          </p:nvPr>
        </p:nvSpPr>
        <p:spPr>
          <a:xfrm rot="16200000">
            <a:off x="-2009849" y="3308393"/>
            <a:ext cx="5170509" cy="333752"/>
          </a:xfrm>
        </p:spPr>
        <p:txBody>
          <a:bodyPr/>
          <a:lstStyle>
            <a:lvl1pPr algn="ctr">
              <a:defRPr cap="all" baseline="0">
                <a:solidFill>
                  <a:schemeClr val="bg1"/>
                </a:solidFill>
                <a:latin typeface="+mn-lt"/>
                <a:ea typeface="Dotum" panose="020B0600000101010101" pitchFamily="34" charset="-127"/>
                <a:cs typeface="Mangal" panose="02040503050203030202" pitchFamily="18" charset="0"/>
              </a:defRPr>
            </a:lvl1pPr>
          </a:lstStyle>
          <a:p>
            <a:r>
              <a:rPr lang="en-US" dirty="0"/>
              <a:t>Click to add Footer</a:t>
            </a:r>
          </a:p>
        </p:txBody>
      </p:sp>
      <p:sp>
        <p:nvSpPr>
          <p:cNvPr id="2" name="Picture Placeholder 11" descr="picture placeholder">
            <a:extLst>
              <a:ext uri="{FF2B5EF4-FFF2-40B4-BE49-F238E27FC236}">
                <a16:creationId xmlns:a16="http://schemas.microsoft.com/office/drawing/2014/main" id="{C74EC289-9E3B-2A85-FFCE-107B0E3B585D}"/>
              </a:ext>
            </a:extLst>
          </p:cNvPr>
          <p:cNvSpPr>
            <a:spLocks noGrp="1"/>
          </p:cNvSpPr>
          <p:nvPr>
            <p:ph type="pic" sz="quarter" idx="16"/>
          </p:nvPr>
        </p:nvSpPr>
        <p:spPr>
          <a:xfrm>
            <a:off x="1064441" y="2187388"/>
            <a:ext cx="5863703" cy="4670613"/>
          </a:xfrm>
        </p:spPr>
        <p:txBody>
          <a:bodyPr anchor="ctr"/>
          <a:lstStyle>
            <a:lvl1pPr marL="0" indent="0" algn="ctr">
              <a:buNone/>
              <a:defRPr sz="1400">
                <a:solidFill>
                  <a:schemeClr val="bg1"/>
                </a:solidFill>
                <a:latin typeface="+mn-lt"/>
                <a:ea typeface="Dotum" panose="020B0600000101010101" pitchFamily="34" charset="-127"/>
              </a:defRPr>
            </a:lvl1pPr>
          </a:lstStyle>
          <a:p>
            <a:r>
              <a:rPr lang="en-US"/>
              <a:t>Click icon to add picture</a:t>
            </a:r>
            <a:endParaRPr lang="en-US" dirty="0"/>
          </a:p>
        </p:txBody>
      </p:sp>
      <p:sp>
        <p:nvSpPr>
          <p:cNvPr id="6" name="Text Placeholder 20">
            <a:extLst>
              <a:ext uri="{FF2B5EF4-FFF2-40B4-BE49-F238E27FC236}">
                <a16:creationId xmlns:a16="http://schemas.microsoft.com/office/drawing/2014/main" id="{EBEAF734-7706-B3C3-A222-4374E6E420F4}"/>
              </a:ext>
            </a:extLst>
          </p:cNvPr>
          <p:cNvSpPr>
            <a:spLocks noGrp="1"/>
          </p:cNvSpPr>
          <p:nvPr>
            <p:ph type="body" sz="quarter" idx="17" hasCustomPrompt="1"/>
          </p:nvPr>
        </p:nvSpPr>
        <p:spPr>
          <a:xfrm>
            <a:off x="7393448" y="3156285"/>
            <a:ext cx="3733521" cy="3292500"/>
          </a:xfrm>
        </p:spPr>
        <p:txBody>
          <a:bodyPr lIns="0" tIns="0" rIns="0" bIns="0"/>
          <a:lstStyle>
            <a:lvl1pPr marL="0" indent="0" algn="l">
              <a:buClr>
                <a:schemeClr val="bg1"/>
              </a:buClr>
              <a:buFont typeface="Courier New" panose="02070309020205020404" pitchFamily="49" charset="0"/>
              <a:buNone/>
              <a:defRPr sz="4800" b="0" i="0" u="sng">
                <a:solidFill>
                  <a:schemeClr val="accent1"/>
                </a:solidFill>
                <a:latin typeface="+mj-lt"/>
                <a:cs typeface="Mangal" panose="02040503050203030202" pitchFamily="18" charset="0"/>
              </a:defRPr>
            </a:lvl1pPr>
            <a:lvl2pPr marL="457200" indent="0" algn="l">
              <a:buClr>
                <a:schemeClr val="bg1"/>
              </a:buClr>
              <a:buFont typeface="Courier New" panose="02070309020205020404" pitchFamily="49" charset="0"/>
              <a:buNone/>
              <a:defRPr sz="3200" b="0" i="0">
                <a:solidFill>
                  <a:schemeClr val="bg1"/>
                </a:solidFill>
                <a:latin typeface="+mn-lt"/>
                <a:cs typeface="Mangal" panose="02040503050203030202" pitchFamily="18" charset="0"/>
              </a:defRPr>
            </a:lvl2pPr>
            <a:lvl3pPr marL="914400" indent="0" algn="l">
              <a:buClr>
                <a:schemeClr val="bg1"/>
              </a:buClr>
              <a:buFont typeface="Courier New" panose="02070309020205020404" pitchFamily="49" charset="0"/>
              <a:buNone/>
              <a:defRPr sz="3200" b="0" i="0">
                <a:solidFill>
                  <a:schemeClr val="bg1"/>
                </a:solidFill>
                <a:latin typeface="+mn-lt"/>
                <a:cs typeface="Mangal" panose="02040503050203030202" pitchFamily="18" charset="0"/>
              </a:defRPr>
            </a:lvl3pPr>
            <a:lvl4pPr marL="1371600" indent="0" algn="l">
              <a:buClr>
                <a:schemeClr val="bg1"/>
              </a:buClr>
              <a:buFont typeface="Courier New" panose="02070309020205020404" pitchFamily="49" charset="0"/>
              <a:buNone/>
              <a:defRPr sz="3200" b="0" i="0">
                <a:solidFill>
                  <a:schemeClr val="bg1"/>
                </a:solidFill>
                <a:latin typeface="+mn-lt"/>
                <a:cs typeface="Mangal" panose="02040503050203030202" pitchFamily="18" charset="0"/>
              </a:defRPr>
            </a:lvl4pPr>
            <a:lvl5pPr marL="1828800" indent="0" algn="l">
              <a:buClr>
                <a:schemeClr val="bg1"/>
              </a:buClr>
              <a:buFont typeface="Courier New" panose="02070309020205020404" pitchFamily="49" charset="0"/>
              <a:buNone/>
              <a:defRPr sz="3200" b="0" i="0">
                <a:solidFill>
                  <a:schemeClr val="bg1"/>
                </a:solidFill>
                <a:latin typeface="+mn-lt"/>
                <a:cs typeface="Mangal" panose="02040503050203030202" pitchFamily="18" charset="0"/>
              </a:defRPr>
            </a:lvl5pPr>
          </a:lstStyle>
          <a:p>
            <a:pPr lvl="0"/>
            <a:r>
              <a:rPr lang="en-US" dirty="0"/>
              <a:t>Click to add text</a:t>
            </a:r>
          </a:p>
        </p:txBody>
      </p:sp>
      <p:sp>
        <p:nvSpPr>
          <p:cNvPr id="8" name="Slide Number Placeholder 4">
            <a:extLst>
              <a:ext uri="{FF2B5EF4-FFF2-40B4-BE49-F238E27FC236}">
                <a16:creationId xmlns:a16="http://schemas.microsoft.com/office/drawing/2014/main" id="{A1792EFA-4352-DAB4-158E-53F26C8A0C65}"/>
              </a:ext>
            </a:extLst>
          </p:cNvPr>
          <p:cNvSpPr>
            <a:spLocks noGrp="1"/>
          </p:cNvSpPr>
          <p:nvPr>
            <p:ph type="sldNum" sz="quarter" idx="12"/>
          </p:nvPr>
        </p:nvSpPr>
        <p:spPr>
          <a:xfrm>
            <a:off x="11298350" y="6243403"/>
            <a:ext cx="720499" cy="279400"/>
          </a:xfrm>
        </p:spPr>
        <p:txBody>
          <a:bodyPr/>
          <a:lstStyle>
            <a:lvl1pPr algn="ctr">
              <a:defRPr sz="2800" b="1" i="1">
                <a:solidFill>
                  <a:schemeClr val="bg1"/>
                </a:solidFill>
                <a:latin typeface="+mj-lt"/>
                <a:ea typeface="MS PMincho" panose="02020600040205080304" pitchFamily="18" charset="-128"/>
                <a:cs typeface="Mangal" panose="02040503050203030202" pitchFamily="18" charset="0"/>
              </a:defRPr>
            </a:lvl1p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14487464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97865" y="2565736"/>
            <a:ext cx="9601196" cy="3318936"/>
          </a:xfrm>
          <a:prstGeom prst="rect">
            <a:avLst/>
          </a:prstGeom>
        </p:spPr>
        <p:txBody>
          <a:bodyPr vert="horz" lIns="91440" tIns="45720" rIns="91440" bIns="45720" rtlCol="0" anchor="t">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bg1"/>
                </a:solidFill>
                <a:effectLst/>
                <a:latin typeface="+mn-lt"/>
              </a:defRPr>
            </a:lvl1pPr>
          </a:lstStyle>
          <a:p>
            <a:endParaRPr lang="en-US" dirty="0"/>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bg1"/>
                </a:solidFill>
                <a:effectLst/>
                <a:latin typeface="+mn-lt"/>
              </a:defRPr>
            </a:lvl1pPr>
          </a:lstStyle>
          <a:p>
            <a:r>
              <a:rPr lang="en-US" dirty="0"/>
              <a:t>DIGITAL TIME CAPSULE</a:t>
            </a:r>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bg1"/>
                </a:solidFill>
                <a:effectLst/>
                <a:latin typeface="+mn-lt"/>
              </a:defRPr>
            </a:lvl1p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543425805"/>
      </p:ext>
    </p:extLst>
  </p:cSld>
  <p:clrMap bg1="lt1" tx1="dk1" bg2="lt2" tx2="dk2" accent1="accent1" accent2="accent2" accent3="accent3" accent4="accent4" accent5="accent5" accent6="accent6" hlink="hlink" folHlink="folHlink"/>
  <p:sldLayoutIdLst>
    <p:sldLayoutId id="2147484208" r:id="rId1"/>
    <p:sldLayoutId id="2147484209" r:id="rId2"/>
    <p:sldLayoutId id="2147484210" r:id="rId3"/>
    <p:sldLayoutId id="2147484211" r:id="rId4"/>
    <p:sldLayoutId id="2147484212" r:id="rId5"/>
    <p:sldLayoutId id="2147484200" r:id="rId6"/>
    <p:sldLayoutId id="2147484213" r:id="rId7"/>
    <p:sldLayoutId id="2147484214" r:id="rId8"/>
    <p:sldLayoutId id="2147484215" r:id="rId9"/>
    <p:sldLayoutId id="2147484216" r:id="rId10"/>
    <p:sldLayoutId id="2147484217" r:id="rId11"/>
  </p:sldLayoutIdLst>
  <p:hf hdr="0" dt="0"/>
  <p:txStyles>
    <p:titleStyle>
      <a:lvl1pPr algn="ctr" defTabSz="457200" rtl="0" eaLnBrk="1" latinLnBrk="0" hangingPunct="1">
        <a:spcBef>
          <a:spcPct val="0"/>
        </a:spcBef>
        <a:buNone/>
        <a:defRPr sz="4400" kern="1200" cap="all" baseline="0">
          <a:ln w="3175" cmpd="sng">
            <a:noFill/>
          </a:ln>
          <a:solidFill>
            <a:schemeClr val="bg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bg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1600" kern="1200" cap="none">
          <a:solidFill>
            <a:schemeClr val="bg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400" kern="1200" cap="none">
          <a:solidFill>
            <a:schemeClr val="bg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200" kern="1200" cap="none">
          <a:solidFill>
            <a:schemeClr val="bg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100" kern="1200" cap="none">
          <a:solidFill>
            <a:schemeClr val="bg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15209-551F-6EC1-A54B-79D9B4608445}"/>
              </a:ext>
            </a:extLst>
          </p:cNvPr>
          <p:cNvSpPr>
            <a:spLocks noGrp="1"/>
          </p:cNvSpPr>
          <p:nvPr>
            <p:ph type="title"/>
          </p:nvPr>
        </p:nvSpPr>
        <p:spPr>
          <a:xfrm>
            <a:off x="1971851" y="739496"/>
            <a:ext cx="8248297" cy="3373515"/>
          </a:xfrm>
        </p:spPr>
        <p:txBody>
          <a:bodyPr/>
          <a:lstStyle/>
          <a:p>
            <a:r>
              <a:rPr lang="en-IN" dirty="0"/>
              <a:t>   </a:t>
            </a:r>
            <a:r>
              <a:rPr lang="en-IN" dirty="0" err="1"/>
              <a:t>SuffixIndex</a:t>
            </a:r>
            <a:r>
              <a:rPr lang="en-IN" dirty="0"/>
              <a:t>    </a:t>
            </a:r>
            <a:br>
              <a:rPr lang="en-IN" dirty="0"/>
            </a:br>
            <a:r>
              <a:rPr lang="en-IN" dirty="0"/>
              <a:t>        Builder</a:t>
            </a:r>
            <a:endParaRPr lang="en-US" dirty="0"/>
          </a:p>
        </p:txBody>
      </p:sp>
      <p:sp>
        <p:nvSpPr>
          <p:cNvPr id="4" name="Text Placeholder 3">
            <a:extLst>
              <a:ext uri="{FF2B5EF4-FFF2-40B4-BE49-F238E27FC236}">
                <a16:creationId xmlns:a16="http://schemas.microsoft.com/office/drawing/2014/main" id="{81DC670D-F077-3C94-D042-1AB9347AE82D}"/>
              </a:ext>
            </a:extLst>
          </p:cNvPr>
          <p:cNvSpPr>
            <a:spLocks noGrp="1"/>
          </p:cNvSpPr>
          <p:nvPr>
            <p:ph type="body" sz="quarter" idx="15"/>
          </p:nvPr>
        </p:nvSpPr>
        <p:spPr>
          <a:xfrm>
            <a:off x="3145472" y="4113011"/>
            <a:ext cx="6707653" cy="347587"/>
          </a:xfrm>
        </p:spPr>
        <p:txBody>
          <a:bodyPr/>
          <a:lstStyle/>
          <a:p>
            <a:r>
              <a:rPr lang="en-IN" dirty="0"/>
              <a:t>Efficient String Indexing using Advanced algorithms</a:t>
            </a:r>
            <a:endParaRPr lang="en-US" dirty="0">
              <a:latin typeface="Candara" panose="020E0502030303020204" pitchFamily="34" charset="0"/>
            </a:endParaRPr>
          </a:p>
        </p:txBody>
      </p:sp>
      <p:sp>
        <p:nvSpPr>
          <p:cNvPr id="6" name="TextBox 5">
            <a:extLst>
              <a:ext uri="{FF2B5EF4-FFF2-40B4-BE49-F238E27FC236}">
                <a16:creationId xmlns:a16="http://schemas.microsoft.com/office/drawing/2014/main" id="{CB8D33FC-0F72-0027-94CF-4FB9B37CD9C6}"/>
              </a:ext>
            </a:extLst>
          </p:cNvPr>
          <p:cNvSpPr txBox="1"/>
          <p:nvPr/>
        </p:nvSpPr>
        <p:spPr>
          <a:xfrm>
            <a:off x="8500187" y="4948711"/>
            <a:ext cx="3079102" cy="954107"/>
          </a:xfrm>
          <a:prstGeom prst="rect">
            <a:avLst/>
          </a:prstGeom>
          <a:noFill/>
        </p:spPr>
        <p:txBody>
          <a:bodyPr wrap="square">
            <a:spAutoFit/>
          </a:bodyPr>
          <a:lstStyle/>
          <a:p>
            <a:r>
              <a:rPr lang="en-IN" sz="1400" dirty="0">
                <a:solidFill>
                  <a:schemeClr val="bg1"/>
                </a:solidFill>
              </a:rPr>
              <a:t>Presented by:</a:t>
            </a:r>
            <a:br>
              <a:rPr lang="en-IN" sz="1400" dirty="0">
                <a:solidFill>
                  <a:schemeClr val="bg1"/>
                </a:solidFill>
              </a:rPr>
            </a:br>
            <a:r>
              <a:rPr lang="en-IN" sz="1400" dirty="0">
                <a:solidFill>
                  <a:schemeClr val="bg1"/>
                </a:solidFill>
              </a:rPr>
              <a:t>M. HAIMA HASINI(2520030228)</a:t>
            </a:r>
          </a:p>
          <a:p>
            <a:r>
              <a:rPr lang="en-IN" sz="1400" dirty="0">
                <a:solidFill>
                  <a:schemeClr val="bg1"/>
                </a:solidFill>
              </a:rPr>
              <a:t>D. BHAVANA(2520030242)</a:t>
            </a:r>
          </a:p>
          <a:p>
            <a:r>
              <a:rPr lang="en-IN" sz="1400" dirty="0">
                <a:solidFill>
                  <a:schemeClr val="bg1"/>
                </a:solidFill>
              </a:rPr>
              <a:t>P.SAHITHI(2520030262)</a:t>
            </a:r>
          </a:p>
        </p:txBody>
      </p:sp>
    </p:spTree>
    <p:extLst>
      <p:ext uri="{BB962C8B-B14F-4D97-AF65-F5344CB8AC3E}">
        <p14:creationId xmlns:p14="http://schemas.microsoft.com/office/powerpoint/2010/main" val="14995607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22FC7B-7008-CF79-CA61-501AE40EF6C4}"/>
              </a:ext>
            </a:extLst>
          </p:cNvPr>
          <p:cNvSpPr>
            <a:spLocks noGrp="1"/>
          </p:cNvSpPr>
          <p:nvPr>
            <p:ph type="title"/>
          </p:nvPr>
        </p:nvSpPr>
        <p:spPr>
          <a:xfrm>
            <a:off x="851644" y="708212"/>
            <a:ext cx="2544700" cy="1139447"/>
          </a:xfrm>
        </p:spPr>
        <p:txBody>
          <a:bodyPr/>
          <a:lstStyle/>
          <a:p>
            <a:r>
              <a:rPr lang="en-US" sz="3600" dirty="0"/>
              <a:t>Abstract</a:t>
            </a:r>
          </a:p>
        </p:txBody>
      </p:sp>
      <p:sp>
        <p:nvSpPr>
          <p:cNvPr id="6" name="TextBox 5">
            <a:extLst>
              <a:ext uri="{FF2B5EF4-FFF2-40B4-BE49-F238E27FC236}">
                <a16:creationId xmlns:a16="http://schemas.microsoft.com/office/drawing/2014/main" id="{83519FAE-44ED-3D6C-F3BC-5481A9262FA3}"/>
              </a:ext>
            </a:extLst>
          </p:cNvPr>
          <p:cNvSpPr txBox="1"/>
          <p:nvPr/>
        </p:nvSpPr>
        <p:spPr>
          <a:xfrm>
            <a:off x="1520891" y="1847659"/>
            <a:ext cx="8864080" cy="3108543"/>
          </a:xfrm>
          <a:prstGeom prst="rect">
            <a:avLst/>
          </a:prstGeom>
          <a:noFill/>
        </p:spPr>
        <p:txBody>
          <a:bodyPr wrap="square" rtlCol="0">
            <a:spAutoFit/>
          </a:bodyPr>
          <a:lstStyle/>
          <a:p>
            <a:pPr marL="285750" lvl="0" indent="-285750">
              <a:buFont typeface="Arial" panose="020B0604020202020204" pitchFamily="34" charset="0"/>
              <a:buChar char="•"/>
            </a:pPr>
            <a:r>
              <a:rPr lang="en-IN" sz="1600" dirty="0">
                <a:solidFill>
                  <a:schemeClr val="bg1"/>
                </a:solidFill>
              </a:rPr>
              <a:t>The project builds a </a:t>
            </a:r>
            <a:r>
              <a:rPr lang="en-IN" sz="1600" b="1" dirty="0">
                <a:solidFill>
                  <a:schemeClr val="bg1"/>
                </a:solidFill>
              </a:rPr>
              <a:t>suffix index</a:t>
            </a:r>
            <a:r>
              <a:rPr lang="en-IN" sz="1600" dirty="0">
                <a:solidFill>
                  <a:schemeClr val="bg1"/>
                </a:solidFill>
              </a:rPr>
              <a:t> to speed up substring searching.</a:t>
            </a:r>
          </a:p>
          <a:p>
            <a:pPr marL="285750" lvl="0" indent="-285750">
              <a:buFont typeface="Arial" panose="020B0604020202020204" pitchFamily="34" charset="0"/>
              <a:buChar char="•"/>
            </a:pPr>
            <a:r>
              <a:rPr lang="en-IN" sz="1600" dirty="0">
                <a:solidFill>
                  <a:schemeClr val="bg1"/>
                </a:solidFill>
              </a:rPr>
              <a:t>It reduces search time compared to normal (naïve) methods.</a:t>
            </a:r>
          </a:p>
          <a:p>
            <a:pPr marL="285750" lvl="0" indent="-285750">
              <a:buFont typeface="Arial" panose="020B0604020202020204" pitchFamily="34" charset="0"/>
              <a:buChar char="•"/>
            </a:pPr>
            <a:r>
              <a:rPr lang="en-IN" sz="1600" dirty="0">
                <a:solidFill>
                  <a:schemeClr val="bg1"/>
                </a:solidFill>
              </a:rPr>
              <a:t>Uses advanced algorithmic techniques like </a:t>
            </a:r>
            <a:r>
              <a:rPr lang="en-IN" sz="1600" b="1" dirty="0">
                <a:solidFill>
                  <a:schemeClr val="bg1"/>
                </a:solidFill>
              </a:rPr>
              <a:t>divide‑and‑conquer and dynamic programming</a:t>
            </a:r>
            <a:r>
              <a:rPr lang="en-IN" sz="1600" dirty="0">
                <a:solidFill>
                  <a:schemeClr val="bg1"/>
                </a:solidFill>
              </a:rPr>
              <a:t>.</a:t>
            </a:r>
          </a:p>
          <a:p>
            <a:pPr marL="285750" lvl="0" indent="-285750">
              <a:buFont typeface="Arial" panose="020B0604020202020204" pitchFamily="34" charset="0"/>
              <a:buChar char="•"/>
            </a:pPr>
            <a:r>
              <a:rPr lang="en-IN" sz="1600" dirty="0">
                <a:solidFill>
                  <a:schemeClr val="bg1"/>
                </a:solidFill>
              </a:rPr>
              <a:t>Can be applied in </a:t>
            </a:r>
            <a:r>
              <a:rPr lang="en-IN" sz="1600" b="1" dirty="0">
                <a:solidFill>
                  <a:schemeClr val="bg1"/>
                </a:solidFill>
              </a:rPr>
              <a:t>search engines, bioinformatics (DNA sequence search), and data compression</a:t>
            </a:r>
            <a:r>
              <a:rPr lang="en-IN" sz="1600" dirty="0">
                <a:solidFill>
                  <a:schemeClr val="bg1"/>
                </a:solidFill>
              </a:rPr>
              <a:t>.</a:t>
            </a:r>
          </a:p>
          <a:p>
            <a:pPr marL="285750" lvl="0" indent="-285750">
              <a:buFont typeface="Arial" panose="020B0604020202020204" pitchFamily="34" charset="0"/>
              <a:buChar char="•"/>
            </a:pPr>
            <a:r>
              <a:rPr lang="en-IN" sz="1600" dirty="0">
                <a:solidFill>
                  <a:schemeClr val="bg1"/>
                </a:solidFill>
              </a:rPr>
              <a:t>Demonstrates practical use of concepts from your syllabus such as </a:t>
            </a:r>
            <a:r>
              <a:rPr lang="en-IN" sz="1600" b="1" dirty="0">
                <a:solidFill>
                  <a:schemeClr val="bg1"/>
                </a:solidFill>
              </a:rPr>
              <a:t>efficient algorithms and complexity analysis</a:t>
            </a:r>
            <a:r>
              <a:rPr lang="en-IN" sz="1600" dirty="0">
                <a:solidFill>
                  <a:schemeClr val="bg1"/>
                </a:solidFill>
              </a:rPr>
              <a:t>.</a:t>
            </a:r>
          </a:p>
          <a:p>
            <a:pPr marL="285750" lvl="0" indent="-285750">
              <a:buFont typeface="Arial" panose="020B0604020202020204" pitchFamily="34" charset="0"/>
              <a:buChar char="•"/>
            </a:pPr>
            <a:r>
              <a:rPr lang="en-IN" sz="1600" dirty="0">
                <a:solidFill>
                  <a:schemeClr val="bg1"/>
                </a:solidFill>
              </a:rPr>
              <a:t>Provides a </a:t>
            </a:r>
            <a:r>
              <a:rPr lang="en-IN" sz="1600" b="1" dirty="0">
                <a:solidFill>
                  <a:schemeClr val="bg1"/>
                </a:solidFill>
              </a:rPr>
              <a:t>scalable solution</a:t>
            </a:r>
            <a:r>
              <a:rPr lang="en-IN" sz="1600" dirty="0">
                <a:solidFill>
                  <a:schemeClr val="bg1"/>
                </a:solidFill>
              </a:rPr>
              <a:t> that works well even with very large datasets.</a:t>
            </a:r>
          </a:p>
          <a:p>
            <a:pPr marL="285750" lvl="0" indent="-285750">
              <a:buFont typeface="Arial" panose="020B0604020202020204" pitchFamily="34" charset="0"/>
              <a:buChar char="•"/>
            </a:pPr>
            <a:r>
              <a:rPr lang="en-IN" sz="1600" dirty="0">
                <a:solidFill>
                  <a:schemeClr val="bg1"/>
                </a:solidFill>
              </a:rPr>
              <a:t>Encourages </a:t>
            </a:r>
            <a:r>
              <a:rPr lang="en-IN" sz="1600" b="1" dirty="0">
                <a:solidFill>
                  <a:schemeClr val="bg1"/>
                </a:solidFill>
              </a:rPr>
              <a:t>future extensions</a:t>
            </a:r>
            <a:r>
              <a:rPr lang="en-IN" sz="1600" dirty="0">
                <a:solidFill>
                  <a:schemeClr val="bg1"/>
                </a:solidFill>
              </a:rPr>
              <a:t> into parallel and distributed computing for even faster performance.</a:t>
            </a:r>
          </a:p>
          <a:p>
            <a:pPr marL="285750" indent="-285750">
              <a:buFont typeface="Arial" panose="020B0604020202020204" pitchFamily="34" charset="0"/>
              <a:buChar char="•"/>
            </a:pPr>
            <a:endParaRPr lang="en-IN" sz="16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633995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6C9C3-0B84-4A4B-A442-DCCDE1FBF59F}"/>
              </a:ext>
            </a:extLst>
          </p:cNvPr>
          <p:cNvSpPr>
            <a:spLocks noGrp="1"/>
          </p:cNvSpPr>
          <p:nvPr>
            <p:ph type="title"/>
          </p:nvPr>
        </p:nvSpPr>
        <p:spPr>
          <a:xfrm>
            <a:off x="531808" y="934872"/>
            <a:ext cx="5658458" cy="1127125"/>
          </a:xfrm>
        </p:spPr>
        <p:txBody>
          <a:bodyPr/>
          <a:lstStyle/>
          <a:p>
            <a:r>
              <a:rPr lang="en-IN" sz="3200" dirty="0"/>
              <a:t>Problem Statement</a:t>
            </a:r>
          </a:p>
        </p:txBody>
      </p:sp>
      <p:sp>
        <p:nvSpPr>
          <p:cNvPr id="7" name="TextBox 6">
            <a:extLst>
              <a:ext uri="{FF2B5EF4-FFF2-40B4-BE49-F238E27FC236}">
                <a16:creationId xmlns:a16="http://schemas.microsoft.com/office/drawing/2014/main" id="{39C65FE8-D6B7-AC39-82D2-44D39157212B}"/>
              </a:ext>
            </a:extLst>
          </p:cNvPr>
          <p:cNvSpPr txBox="1"/>
          <p:nvPr/>
        </p:nvSpPr>
        <p:spPr>
          <a:xfrm>
            <a:off x="1931437" y="2136710"/>
            <a:ext cx="8892073" cy="2308324"/>
          </a:xfrm>
          <a:prstGeom prst="rect">
            <a:avLst/>
          </a:prstGeom>
          <a:noFill/>
        </p:spPr>
        <p:txBody>
          <a:bodyPr wrap="square" rtlCol="0">
            <a:spAutoFit/>
          </a:bodyPr>
          <a:lstStyle/>
          <a:p>
            <a:r>
              <a:rPr lang="en-IN" dirty="0">
                <a:solidFill>
                  <a:schemeClr val="bg1"/>
                </a:solidFill>
              </a:rPr>
              <a:t>Searching for substrings in large text files is often slow and inefficient when using traditional methods. The naïve approach requires scanning the entire text for every query, which leads to high time complexity and poor performance, especially with big datasets. This makes it unsuitable for applications like search engines, bioinformatics, and data compression where speed and accuracy are critical. To overcome these limitations, there is a need for a scalable solution that reduces search time, balances memory usage, and supports multiple queries efficiently</a:t>
            </a:r>
            <a:r>
              <a:rPr lang="en-IN" dirty="0"/>
              <a:t>.</a:t>
            </a:r>
            <a:endParaRPr lang="en-IN"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559718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DD66E-CF92-48DC-D8EE-1619E251E8B2}"/>
              </a:ext>
            </a:extLst>
          </p:cNvPr>
          <p:cNvSpPr>
            <a:spLocks noGrp="1"/>
          </p:cNvSpPr>
          <p:nvPr>
            <p:ph type="title"/>
          </p:nvPr>
        </p:nvSpPr>
        <p:spPr>
          <a:xfrm>
            <a:off x="1222274" y="1320325"/>
            <a:ext cx="6158240" cy="1127125"/>
          </a:xfrm>
        </p:spPr>
        <p:txBody>
          <a:bodyPr/>
          <a:lstStyle/>
          <a:p>
            <a:r>
              <a:rPr lang="en-IN" sz="3200" dirty="0"/>
              <a:t>Proposed Functionalities</a:t>
            </a:r>
          </a:p>
        </p:txBody>
      </p:sp>
      <p:sp>
        <p:nvSpPr>
          <p:cNvPr id="5" name="TextBox 4">
            <a:extLst>
              <a:ext uri="{FF2B5EF4-FFF2-40B4-BE49-F238E27FC236}">
                <a16:creationId xmlns:a16="http://schemas.microsoft.com/office/drawing/2014/main" id="{2C577715-5571-E2CC-667B-39AE1F2E79B7}"/>
              </a:ext>
            </a:extLst>
          </p:cNvPr>
          <p:cNvSpPr txBox="1"/>
          <p:nvPr/>
        </p:nvSpPr>
        <p:spPr>
          <a:xfrm>
            <a:off x="3853544" y="2447450"/>
            <a:ext cx="5617029" cy="2862322"/>
          </a:xfrm>
          <a:prstGeom prst="rect">
            <a:avLst/>
          </a:prstGeom>
          <a:noFill/>
        </p:spPr>
        <p:txBody>
          <a:bodyPr wrap="square" rtlCol="0">
            <a:spAutoFit/>
          </a:bodyPr>
          <a:lstStyle/>
          <a:p>
            <a:pPr marL="285750" lvl="0" indent="-285750">
              <a:buFont typeface="Arial" panose="020B0604020202020204" pitchFamily="34" charset="0"/>
              <a:buChar char="•"/>
            </a:pPr>
            <a:r>
              <a:rPr lang="en-IN" dirty="0">
                <a:solidFill>
                  <a:schemeClr val="bg1"/>
                </a:solidFill>
                <a:latin typeface="Arial" panose="020B0604020202020204" pitchFamily="34" charset="0"/>
                <a:cs typeface="Arial" panose="020B0604020202020204" pitchFamily="34" charset="0"/>
              </a:rPr>
              <a:t>Construct suffix index (array/tree)</a:t>
            </a:r>
          </a:p>
          <a:p>
            <a:pPr marL="285750" lvl="0" indent="-285750">
              <a:buFont typeface="Arial" panose="020B0604020202020204" pitchFamily="34" charset="0"/>
              <a:buChar char="•"/>
            </a:pPr>
            <a:r>
              <a:rPr lang="en-IN" dirty="0">
                <a:solidFill>
                  <a:schemeClr val="bg1"/>
                </a:solidFill>
                <a:latin typeface="Arial" panose="020B0604020202020204" pitchFamily="34" charset="0"/>
                <a:cs typeface="Arial" panose="020B0604020202020204" pitchFamily="34" charset="0"/>
              </a:rPr>
              <a:t>Support fast substring queries</a:t>
            </a:r>
          </a:p>
          <a:p>
            <a:pPr marL="285750" lvl="0" indent="-285750">
              <a:buFont typeface="Arial" panose="020B0604020202020204" pitchFamily="34" charset="0"/>
              <a:buChar char="•"/>
            </a:pPr>
            <a:r>
              <a:rPr lang="en-IN" dirty="0">
                <a:solidFill>
                  <a:schemeClr val="bg1"/>
                </a:solidFill>
                <a:latin typeface="Arial" panose="020B0604020202020204" pitchFamily="34" charset="0"/>
                <a:cs typeface="Arial" panose="020B0604020202020204" pitchFamily="34" charset="0"/>
              </a:rPr>
              <a:t>Handle large text files</a:t>
            </a:r>
          </a:p>
          <a:p>
            <a:pPr marL="285750" lvl="0" indent="-285750">
              <a:buFont typeface="Arial" panose="020B0604020202020204" pitchFamily="34" charset="0"/>
              <a:buChar char="•"/>
            </a:pPr>
            <a:r>
              <a:rPr lang="en-IN" dirty="0">
                <a:solidFill>
                  <a:schemeClr val="bg1"/>
                </a:solidFill>
                <a:latin typeface="Arial" panose="020B0604020202020204" pitchFamily="34" charset="0"/>
                <a:cs typeface="Arial" panose="020B0604020202020204" pitchFamily="34" charset="0"/>
              </a:rPr>
              <a:t>Provide efficient search results</a:t>
            </a:r>
          </a:p>
          <a:p>
            <a:pPr marL="285750" lvl="0" indent="-285750">
              <a:buFont typeface="Arial" panose="020B0604020202020204" pitchFamily="34" charset="0"/>
              <a:buChar char="•"/>
            </a:pPr>
            <a:r>
              <a:rPr lang="en-IN" dirty="0">
                <a:solidFill>
                  <a:schemeClr val="bg1"/>
                </a:solidFill>
                <a:latin typeface="Arial" panose="020B0604020202020204" pitchFamily="34" charset="0"/>
                <a:cs typeface="Arial" panose="020B0604020202020204" pitchFamily="34" charset="0"/>
              </a:rPr>
              <a:t>Allow randomized queries for testing</a:t>
            </a:r>
          </a:p>
          <a:p>
            <a:pPr marL="285750" lvl="0" indent="-285750">
              <a:buFont typeface="Arial" panose="020B0604020202020204" pitchFamily="34" charset="0"/>
              <a:buChar char="•"/>
            </a:pPr>
            <a:r>
              <a:rPr lang="en-IN" dirty="0">
                <a:solidFill>
                  <a:schemeClr val="bg1"/>
                </a:solidFill>
                <a:latin typeface="Arial" panose="020B0604020202020204" pitchFamily="34" charset="0"/>
                <a:cs typeface="Arial" panose="020B0604020202020204" pitchFamily="34" charset="0"/>
              </a:rPr>
              <a:t>Extend to parallel/distributed environments</a:t>
            </a:r>
          </a:p>
          <a:p>
            <a:pPr marL="285750" lvl="0" indent="-285750">
              <a:buFont typeface="Arial" panose="020B0604020202020204" pitchFamily="34" charset="0"/>
              <a:buChar char="•"/>
            </a:pPr>
            <a:r>
              <a:rPr lang="en-IN" dirty="0">
                <a:solidFill>
                  <a:schemeClr val="bg1"/>
                </a:solidFill>
                <a:latin typeface="Arial" panose="020B0604020202020204" pitchFamily="34" charset="0"/>
                <a:cs typeface="Arial" panose="020B0604020202020204" pitchFamily="34" charset="0"/>
              </a:rPr>
              <a:t>Easy interface for demonstration</a:t>
            </a:r>
          </a:p>
          <a:p>
            <a:pPr marL="285750" lvl="0" indent="-285750">
              <a:buFont typeface="Arial" panose="020B0604020202020204" pitchFamily="34" charset="0"/>
              <a:buChar char="•"/>
            </a:pPr>
            <a:r>
              <a:rPr lang="en-IN" dirty="0">
                <a:solidFill>
                  <a:schemeClr val="bg1"/>
                </a:solidFill>
                <a:latin typeface="Arial" panose="020B0604020202020204" pitchFamily="34" charset="0"/>
                <a:cs typeface="Arial" panose="020B0604020202020204" pitchFamily="34" charset="0"/>
              </a:rPr>
              <a:t>Show performance improvement over naïve search</a:t>
            </a:r>
          </a:p>
          <a:p>
            <a:endParaRPr lang="en-IN" dirty="0"/>
          </a:p>
        </p:txBody>
      </p:sp>
    </p:spTree>
    <p:extLst>
      <p:ext uri="{BB962C8B-B14F-4D97-AF65-F5344CB8AC3E}">
        <p14:creationId xmlns:p14="http://schemas.microsoft.com/office/powerpoint/2010/main" val="13005434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D06018-1411-F2B8-B79B-2B200C55D27D}"/>
              </a:ext>
            </a:extLst>
          </p:cNvPr>
          <p:cNvSpPr>
            <a:spLocks noGrp="1"/>
          </p:cNvSpPr>
          <p:nvPr>
            <p:ph type="title"/>
          </p:nvPr>
        </p:nvSpPr>
        <p:spPr>
          <a:xfrm>
            <a:off x="1481444" y="1065501"/>
            <a:ext cx="5066559" cy="1043217"/>
          </a:xfrm>
        </p:spPr>
        <p:txBody>
          <a:bodyPr/>
          <a:lstStyle/>
          <a:p>
            <a:r>
              <a:rPr lang="en-IN" sz="3200" dirty="0"/>
              <a:t>Tools &amp; Technologies</a:t>
            </a:r>
          </a:p>
        </p:txBody>
      </p:sp>
      <p:sp>
        <p:nvSpPr>
          <p:cNvPr id="5" name="TextBox 4">
            <a:extLst>
              <a:ext uri="{FF2B5EF4-FFF2-40B4-BE49-F238E27FC236}">
                <a16:creationId xmlns:a16="http://schemas.microsoft.com/office/drawing/2014/main" id="{47918BA3-0ED1-4033-2365-FC4D2920BD03}"/>
              </a:ext>
            </a:extLst>
          </p:cNvPr>
          <p:cNvSpPr txBox="1"/>
          <p:nvPr/>
        </p:nvSpPr>
        <p:spPr>
          <a:xfrm>
            <a:off x="4014723" y="2315080"/>
            <a:ext cx="5878286" cy="2862322"/>
          </a:xfrm>
          <a:prstGeom prst="rect">
            <a:avLst/>
          </a:prstGeom>
          <a:noFill/>
        </p:spPr>
        <p:txBody>
          <a:bodyPr wrap="square" rtlCol="0">
            <a:spAutoFit/>
          </a:bodyPr>
          <a:lstStyle/>
          <a:p>
            <a:pPr marL="285750" lvl="0" indent="-285750">
              <a:buFont typeface="Arial" panose="020B0604020202020204" pitchFamily="34" charset="0"/>
              <a:buChar char="•"/>
            </a:pPr>
            <a:r>
              <a:rPr lang="en-IN" dirty="0">
                <a:solidFill>
                  <a:schemeClr val="bg1"/>
                </a:solidFill>
              </a:rPr>
              <a:t>Programming Language: Java, Python</a:t>
            </a:r>
          </a:p>
          <a:p>
            <a:pPr marL="285750" lvl="0" indent="-285750">
              <a:buFont typeface="Arial" panose="020B0604020202020204" pitchFamily="34" charset="0"/>
              <a:buChar char="•"/>
            </a:pPr>
            <a:r>
              <a:rPr lang="en-IN" dirty="0">
                <a:solidFill>
                  <a:schemeClr val="bg1"/>
                </a:solidFill>
              </a:rPr>
              <a:t>Data Structures: Arrays, Trees, Graphs</a:t>
            </a:r>
          </a:p>
          <a:p>
            <a:pPr marL="285750" lvl="0" indent="-285750">
              <a:buFont typeface="Arial" panose="020B0604020202020204" pitchFamily="34" charset="0"/>
              <a:buChar char="•"/>
            </a:pPr>
            <a:r>
              <a:rPr lang="en-IN" dirty="0">
                <a:solidFill>
                  <a:schemeClr val="bg1"/>
                </a:solidFill>
              </a:rPr>
              <a:t>Algorithmic Paradigms: Divide‑and‑Conquer, DP, Randomized</a:t>
            </a:r>
          </a:p>
          <a:p>
            <a:pPr marL="285750" lvl="0" indent="-285750">
              <a:buFont typeface="Arial" panose="020B0604020202020204" pitchFamily="34" charset="0"/>
              <a:buChar char="•"/>
            </a:pPr>
            <a:r>
              <a:rPr lang="en-IN" dirty="0">
                <a:solidFill>
                  <a:schemeClr val="bg1"/>
                </a:solidFill>
              </a:rPr>
              <a:t>IDE: VS Code</a:t>
            </a:r>
          </a:p>
          <a:p>
            <a:pPr marL="285750" lvl="0" indent="-285750">
              <a:buFont typeface="Arial" panose="020B0604020202020204" pitchFamily="34" charset="0"/>
              <a:buChar char="•"/>
            </a:pPr>
            <a:r>
              <a:rPr lang="en-IN" dirty="0">
                <a:solidFill>
                  <a:schemeClr val="bg1"/>
                </a:solidFill>
              </a:rPr>
              <a:t>Version Control: GitHub</a:t>
            </a:r>
          </a:p>
          <a:p>
            <a:pPr marL="285750" lvl="0" indent="-285750">
              <a:buFont typeface="Arial" panose="020B0604020202020204" pitchFamily="34" charset="0"/>
              <a:buChar char="•"/>
            </a:pPr>
            <a:r>
              <a:rPr lang="en-IN" dirty="0">
                <a:solidFill>
                  <a:schemeClr val="bg1"/>
                </a:solidFill>
              </a:rPr>
              <a:t>Compiler: GCC/Clang</a:t>
            </a:r>
          </a:p>
          <a:p>
            <a:pPr marL="285750" lvl="0" indent="-285750">
              <a:buFont typeface="Arial" panose="020B0604020202020204" pitchFamily="34" charset="0"/>
              <a:buChar char="•"/>
            </a:pPr>
            <a:r>
              <a:rPr lang="en-IN" dirty="0">
                <a:solidFill>
                  <a:schemeClr val="bg1"/>
                </a:solidFill>
              </a:rPr>
              <a:t>Optional: Python for visualization</a:t>
            </a:r>
          </a:p>
          <a:p>
            <a:pPr marL="285750" lvl="0" indent="-285750">
              <a:buFont typeface="Arial" panose="020B0604020202020204" pitchFamily="34" charset="0"/>
              <a:buChar char="•"/>
            </a:pPr>
            <a:r>
              <a:rPr lang="en-IN" dirty="0">
                <a:solidFill>
                  <a:schemeClr val="bg1"/>
                </a:solidFill>
              </a:rPr>
              <a:t>Documentation: Google Docs/Sheets</a:t>
            </a:r>
          </a:p>
          <a:p>
            <a:endParaRPr lang="en-IN"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445823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5B4F91-362F-B872-5404-844197C56BC2}"/>
              </a:ext>
            </a:extLst>
          </p:cNvPr>
          <p:cNvSpPr>
            <a:spLocks noGrp="1"/>
          </p:cNvSpPr>
          <p:nvPr>
            <p:ph type="title"/>
          </p:nvPr>
        </p:nvSpPr>
        <p:spPr>
          <a:xfrm>
            <a:off x="503817" y="862039"/>
            <a:ext cx="4674673" cy="931250"/>
          </a:xfrm>
        </p:spPr>
        <p:txBody>
          <a:bodyPr/>
          <a:lstStyle/>
          <a:p>
            <a:r>
              <a:rPr lang="en-IN" sz="3200" dirty="0"/>
              <a:t>Expected Outcome</a:t>
            </a:r>
          </a:p>
        </p:txBody>
      </p:sp>
      <p:sp>
        <p:nvSpPr>
          <p:cNvPr id="5" name="TextBox 4">
            <a:extLst>
              <a:ext uri="{FF2B5EF4-FFF2-40B4-BE49-F238E27FC236}">
                <a16:creationId xmlns:a16="http://schemas.microsoft.com/office/drawing/2014/main" id="{BF538E92-FFB5-A769-D5E5-8736D8F507F3}"/>
              </a:ext>
            </a:extLst>
          </p:cNvPr>
          <p:cNvSpPr txBox="1"/>
          <p:nvPr/>
        </p:nvSpPr>
        <p:spPr>
          <a:xfrm>
            <a:off x="2564363" y="1978090"/>
            <a:ext cx="7641771" cy="3693319"/>
          </a:xfrm>
          <a:prstGeom prst="rect">
            <a:avLst/>
          </a:prstGeom>
          <a:noFill/>
        </p:spPr>
        <p:txBody>
          <a:bodyPr wrap="square" rtlCol="0">
            <a:spAutoFit/>
          </a:bodyPr>
          <a:lstStyle/>
          <a:p>
            <a:pPr marL="285750" lvl="0" indent="-285750">
              <a:buFont typeface="Arial" panose="020B0604020202020204" pitchFamily="34" charset="0"/>
              <a:buChar char="•"/>
            </a:pPr>
            <a:r>
              <a:rPr lang="en-IN" dirty="0">
                <a:solidFill>
                  <a:schemeClr val="bg1"/>
                </a:solidFill>
              </a:rPr>
              <a:t>Faster substring search (O(m + log n))</a:t>
            </a:r>
          </a:p>
          <a:p>
            <a:pPr marL="285750" lvl="0" indent="-285750">
              <a:buFont typeface="Arial" panose="020B0604020202020204" pitchFamily="34" charset="0"/>
              <a:buChar char="•"/>
            </a:pPr>
            <a:r>
              <a:rPr lang="en-IN" dirty="0">
                <a:solidFill>
                  <a:schemeClr val="bg1"/>
                </a:solidFill>
              </a:rPr>
              <a:t>Optimized time vs. space trade‑offs</a:t>
            </a:r>
          </a:p>
          <a:p>
            <a:pPr marL="285750" lvl="0" indent="-285750">
              <a:buFont typeface="Arial" panose="020B0604020202020204" pitchFamily="34" charset="0"/>
              <a:buChar char="•"/>
            </a:pPr>
            <a:r>
              <a:rPr lang="en-IN" dirty="0">
                <a:solidFill>
                  <a:schemeClr val="bg1"/>
                </a:solidFill>
              </a:rPr>
              <a:t>Works well with large datasets</a:t>
            </a:r>
          </a:p>
          <a:p>
            <a:pPr marL="285750" lvl="0" indent="-285750">
              <a:buFont typeface="Arial" panose="020B0604020202020204" pitchFamily="34" charset="0"/>
              <a:buChar char="•"/>
            </a:pPr>
            <a:r>
              <a:rPr lang="en-IN" dirty="0">
                <a:solidFill>
                  <a:schemeClr val="bg1"/>
                </a:solidFill>
              </a:rPr>
              <a:t>Demonstrates algorithmic efficiency</a:t>
            </a:r>
          </a:p>
          <a:p>
            <a:pPr marL="285750" lvl="0" indent="-285750">
              <a:buFont typeface="Arial" panose="020B0604020202020204" pitchFamily="34" charset="0"/>
              <a:buChar char="•"/>
            </a:pPr>
            <a:r>
              <a:rPr lang="en-IN" dirty="0">
                <a:solidFill>
                  <a:schemeClr val="bg1"/>
                </a:solidFill>
              </a:rPr>
              <a:t>Applications in search engines</a:t>
            </a:r>
          </a:p>
          <a:p>
            <a:pPr marL="285750" lvl="0" indent="-285750">
              <a:buFont typeface="Arial" panose="020B0604020202020204" pitchFamily="34" charset="0"/>
              <a:buChar char="•"/>
            </a:pPr>
            <a:r>
              <a:rPr lang="en-IN" dirty="0">
                <a:solidFill>
                  <a:schemeClr val="bg1"/>
                </a:solidFill>
              </a:rPr>
              <a:t>Applications in bioinformatics</a:t>
            </a:r>
          </a:p>
          <a:p>
            <a:pPr marL="285750" lvl="0" indent="-285750">
              <a:buFont typeface="Arial" panose="020B0604020202020204" pitchFamily="34" charset="0"/>
              <a:buChar char="•"/>
            </a:pPr>
            <a:r>
              <a:rPr lang="en-IN" dirty="0">
                <a:solidFill>
                  <a:schemeClr val="bg1"/>
                </a:solidFill>
              </a:rPr>
              <a:t>Applications in compression tools</a:t>
            </a:r>
          </a:p>
          <a:p>
            <a:pPr marL="285750" lvl="0" indent="-285750">
              <a:buFont typeface="Arial" panose="020B0604020202020204" pitchFamily="34" charset="0"/>
              <a:buChar char="•"/>
            </a:pPr>
            <a:r>
              <a:rPr lang="en-IN" dirty="0">
                <a:solidFill>
                  <a:schemeClr val="bg1"/>
                </a:solidFill>
              </a:rPr>
              <a:t>Shows practical use of syllabus concepts</a:t>
            </a:r>
          </a:p>
          <a:p>
            <a:pPr marL="285750" lvl="0" indent="-285750">
              <a:buFont typeface="Arial" panose="020B0604020202020204" pitchFamily="34" charset="0"/>
              <a:buChar char="•"/>
            </a:pPr>
            <a:r>
              <a:rPr lang="en-IN" dirty="0">
                <a:solidFill>
                  <a:schemeClr val="bg1"/>
                </a:solidFill>
              </a:rPr>
              <a:t>Provides a scalable solution for real‑world problems</a:t>
            </a:r>
          </a:p>
          <a:p>
            <a:pPr marL="285750" lvl="0" indent="-285750">
              <a:buFont typeface="Arial" panose="020B0604020202020204" pitchFamily="34" charset="0"/>
              <a:buChar char="•"/>
            </a:pPr>
            <a:r>
              <a:rPr lang="en-IN" dirty="0">
                <a:solidFill>
                  <a:schemeClr val="bg1"/>
                </a:solidFill>
              </a:rPr>
              <a:t>Encourages future extensions into parallel/distributed computing</a:t>
            </a:r>
          </a:p>
          <a:p>
            <a:pPr marL="285750" lvl="0" indent="-285750">
              <a:buFont typeface="Arial" panose="020B0604020202020204" pitchFamily="34" charset="0"/>
              <a:buChar char="•"/>
            </a:pPr>
            <a:r>
              <a:rPr lang="en-IN" dirty="0">
                <a:solidFill>
                  <a:schemeClr val="bg1"/>
                </a:solidFill>
              </a:rPr>
              <a:t>Improves understanding of advanced algorithms through implementation</a:t>
            </a:r>
          </a:p>
          <a:p>
            <a:endParaRPr lang="en-IN" dirty="0"/>
          </a:p>
        </p:txBody>
      </p:sp>
    </p:spTree>
    <p:extLst>
      <p:ext uri="{BB962C8B-B14F-4D97-AF65-F5344CB8AC3E}">
        <p14:creationId xmlns:p14="http://schemas.microsoft.com/office/powerpoint/2010/main" val="11452984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6123BA-8F77-0B9F-9D6E-DBB7513AFF9F}"/>
              </a:ext>
            </a:extLst>
          </p:cNvPr>
          <p:cNvSpPr>
            <a:spLocks noGrp="1"/>
          </p:cNvSpPr>
          <p:nvPr>
            <p:ph type="title"/>
          </p:nvPr>
        </p:nvSpPr>
        <p:spPr>
          <a:xfrm>
            <a:off x="3181703" y="1373411"/>
            <a:ext cx="6092926" cy="3373515"/>
          </a:xfrm>
        </p:spPr>
        <p:txBody>
          <a:bodyPr/>
          <a:lstStyle/>
          <a:p>
            <a:r>
              <a:rPr lang="en-IN" dirty="0"/>
              <a:t>THANK YOU</a:t>
            </a:r>
          </a:p>
        </p:txBody>
      </p:sp>
    </p:spTree>
    <p:extLst>
      <p:ext uri="{BB962C8B-B14F-4D97-AF65-F5344CB8AC3E}">
        <p14:creationId xmlns:p14="http://schemas.microsoft.com/office/powerpoint/2010/main" val="2960394770"/>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Custom">
  <a:themeElements>
    <a:clrScheme name="TM66931312">
      <a:dk1>
        <a:srgbClr val="000000"/>
      </a:dk1>
      <a:lt1>
        <a:srgbClr val="FFFFFF"/>
      </a:lt1>
      <a:dk2>
        <a:srgbClr val="212121"/>
      </a:dk2>
      <a:lt2>
        <a:srgbClr val="DADADA"/>
      </a:lt2>
      <a:accent1>
        <a:srgbClr val="FF0000"/>
      </a:accent1>
      <a:accent2>
        <a:srgbClr val="F5EFE7"/>
      </a:accent2>
      <a:accent3>
        <a:srgbClr val="7B49E1"/>
      </a:accent3>
      <a:accent4>
        <a:srgbClr val="9AD7C7"/>
      </a:accent4>
      <a:accent5>
        <a:srgbClr val="237BFB"/>
      </a:accent5>
      <a:accent6>
        <a:srgbClr val="E9D7E7"/>
      </a:accent6>
      <a:hlink>
        <a:srgbClr val="FFFF00"/>
      </a:hlink>
      <a:folHlink>
        <a:srgbClr val="6BF0CD"/>
      </a:folHlink>
    </a:clrScheme>
    <a:fontScheme name="Custom 60">
      <a:majorFont>
        <a:latin typeface="MS PMincho"/>
        <a:ea typeface=""/>
        <a:cs typeface=""/>
      </a:majorFont>
      <a:minorFont>
        <a:latin typeface="Mangal"/>
        <a:ea typeface=""/>
        <a:cs typeface=""/>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TM66931312_Win32_SL_V3" id="{95AE7881-AB7F-4307-BAFF-D002B22B1082}" vid="{F008C54E-045F-456B-B872-F8E3CAF3103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E81D4CC6-3580-4AFF-ADAD-40005A217EE9}">
  <ds:schemaRefs>
    <ds:schemaRef ds:uri="http://schemas.microsoft.com/sharepoint/v3/contenttype/forms"/>
  </ds:schemaRefs>
</ds:datastoreItem>
</file>

<file path=customXml/itemProps2.xml><?xml version="1.0" encoding="utf-8"?>
<ds:datastoreItem xmlns:ds="http://schemas.openxmlformats.org/officeDocument/2006/customXml" ds:itemID="{0A8E5EEF-D939-4E9B-B588-5A9B9A07F3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C48AA7B-8093-4312-9C92-093E87B9931D}">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Digital time capsule</Template>
  <TotalTime>32</TotalTime>
  <Words>397</Words>
  <Application>Microsoft Office PowerPoint</Application>
  <PresentationFormat>Widescreen</PresentationFormat>
  <Paragraphs>47</Paragraphs>
  <Slides>7</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MS PMincho</vt:lpstr>
      <vt:lpstr>Arial</vt:lpstr>
      <vt:lpstr>Calibri</vt:lpstr>
      <vt:lpstr>Candara</vt:lpstr>
      <vt:lpstr>Courier New</vt:lpstr>
      <vt:lpstr>Mangal</vt:lpstr>
      <vt:lpstr>Custom</vt:lpstr>
      <vt:lpstr>   SuffixIndex             Builder</vt:lpstr>
      <vt:lpstr>Abstract</vt:lpstr>
      <vt:lpstr>Problem Statement</vt:lpstr>
      <vt:lpstr>Proposed Functionalities</vt:lpstr>
      <vt:lpstr>Tools &amp; Technologies</vt:lpstr>
      <vt:lpstr>Expected Outcome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Suhani Devabhaktuni</dc:creator>
  <cp:lastModifiedBy>Suhani Devabhaktuni</cp:lastModifiedBy>
  <cp:revision>1</cp:revision>
  <dcterms:created xsi:type="dcterms:W3CDTF">2026-08-19T19:31:08Z</dcterms:created>
  <dcterms:modified xsi:type="dcterms:W3CDTF">2026-08-19T20:04:00Z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